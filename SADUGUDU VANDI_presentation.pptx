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F4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4F4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F4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4F4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F4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F4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212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1665" y="294276"/>
            <a:ext cx="4464050" cy="961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F4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27462" y="2516458"/>
            <a:ext cx="5137074" cy="1525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4F4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30225" y="6612890"/>
            <a:ext cx="240284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699032" y="6612890"/>
            <a:ext cx="1536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8A8A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18319" y="0"/>
            <a:ext cx="2773680" cy="3292475"/>
          </a:xfrm>
          <a:custGeom>
            <a:avLst/>
            <a:gdLst/>
            <a:ahLst/>
            <a:cxnLst/>
            <a:rect l="l" t="t" r="r" b="b"/>
            <a:pathLst>
              <a:path w="2773679" h="3292475">
                <a:moveTo>
                  <a:pt x="2377499" y="3291959"/>
                </a:moveTo>
                <a:lnTo>
                  <a:pt x="2328983" y="3291474"/>
                </a:lnTo>
                <a:lnTo>
                  <a:pt x="2280703" y="3290025"/>
                </a:lnTo>
                <a:lnTo>
                  <a:pt x="2232669" y="3287620"/>
                </a:lnTo>
                <a:lnTo>
                  <a:pt x="2184890" y="3284270"/>
                </a:lnTo>
                <a:lnTo>
                  <a:pt x="2137375" y="3279984"/>
                </a:lnTo>
                <a:lnTo>
                  <a:pt x="2090133" y="3274769"/>
                </a:lnTo>
                <a:lnTo>
                  <a:pt x="2043174" y="3268637"/>
                </a:lnTo>
                <a:lnTo>
                  <a:pt x="1996507" y="3261596"/>
                </a:lnTo>
                <a:lnTo>
                  <a:pt x="1950141" y="3253655"/>
                </a:lnTo>
                <a:lnTo>
                  <a:pt x="1904085" y="3244823"/>
                </a:lnTo>
                <a:lnTo>
                  <a:pt x="1858349" y="3235110"/>
                </a:lnTo>
                <a:lnTo>
                  <a:pt x="1812941" y="3224525"/>
                </a:lnTo>
                <a:lnTo>
                  <a:pt x="1767871" y="3213078"/>
                </a:lnTo>
                <a:lnTo>
                  <a:pt x="1723148" y="3200776"/>
                </a:lnTo>
                <a:lnTo>
                  <a:pt x="1678782" y="3187630"/>
                </a:lnTo>
                <a:lnTo>
                  <a:pt x="1634781" y="3173649"/>
                </a:lnTo>
                <a:lnTo>
                  <a:pt x="1591155" y="3158841"/>
                </a:lnTo>
                <a:lnTo>
                  <a:pt x="1547913" y="3143217"/>
                </a:lnTo>
                <a:lnTo>
                  <a:pt x="1505064" y="3126785"/>
                </a:lnTo>
                <a:lnTo>
                  <a:pt x="1462617" y="3109555"/>
                </a:lnTo>
                <a:lnTo>
                  <a:pt x="1420582" y="3091535"/>
                </a:lnTo>
                <a:lnTo>
                  <a:pt x="1378968" y="3072736"/>
                </a:lnTo>
                <a:lnTo>
                  <a:pt x="1337783" y="3053166"/>
                </a:lnTo>
                <a:lnTo>
                  <a:pt x="1297038" y="3032834"/>
                </a:lnTo>
                <a:lnTo>
                  <a:pt x="1256741" y="3011750"/>
                </a:lnTo>
                <a:lnTo>
                  <a:pt x="1216902" y="2989922"/>
                </a:lnTo>
                <a:lnTo>
                  <a:pt x="1177530" y="2967361"/>
                </a:lnTo>
                <a:lnTo>
                  <a:pt x="1138634" y="2944075"/>
                </a:lnTo>
                <a:lnTo>
                  <a:pt x="1100223" y="2920073"/>
                </a:lnTo>
                <a:lnTo>
                  <a:pt x="1062306" y="2895365"/>
                </a:lnTo>
                <a:lnTo>
                  <a:pt x="1024893" y="2869960"/>
                </a:lnTo>
                <a:lnTo>
                  <a:pt x="987993" y="2843868"/>
                </a:lnTo>
                <a:lnTo>
                  <a:pt x="951615" y="2817096"/>
                </a:lnTo>
                <a:lnTo>
                  <a:pt x="915769" y="2789655"/>
                </a:lnTo>
                <a:lnTo>
                  <a:pt x="880463" y="2761554"/>
                </a:lnTo>
                <a:lnTo>
                  <a:pt x="845707" y="2732801"/>
                </a:lnTo>
                <a:lnTo>
                  <a:pt x="811509" y="2703407"/>
                </a:lnTo>
                <a:lnTo>
                  <a:pt x="777880" y="2673380"/>
                </a:lnTo>
                <a:lnTo>
                  <a:pt x="744828" y="2642730"/>
                </a:lnTo>
                <a:lnTo>
                  <a:pt x="712363" y="2611466"/>
                </a:lnTo>
                <a:lnTo>
                  <a:pt x="680494" y="2579596"/>
                </a:lnTo>
                <a:lnTo>
                  <a:pt x="649229" y="2547131"/>
                </a:lnTo>
                <a:lnTo>
                  <a:pt x="618579" y="2514079"/>
                </a:lnTo>
                <a:lnTo>
                  <a:pt x="588552" y="2480450"/>
                </a:lnTo>
                <a:lnTo>
                  <a:pt x="559158" y="2446252"/>
                </a:lnTo>
                <a:lnTo>
                  <a:pt x="530405" y="2411496"/>
                </a:lnTo>
                <a:lnTo>
                  <a:pt x="502304" y="2376190"/>
                </a:lnTo>
                <a:lnTo>
                  <a:pt x="474863" y="2340344"/>
                </a:lnTo>
                <a:lnTo>
                  <a:pt x="448091" y="2303966"/>
                </a:lnTo>
                <a:lnTo>
                  <a:pt x="421999" y="2267066"/>
                </a:lnTo>
                <a:lnTo>
                  <a:pt x="396594" y="2229653"/>
                </a:lnTo>
                <a:lnTo>
                  <a:pt x="371886" y="2191736"/>
                </a:lnTo>
                <a:lnTo>
                  <a:pt x="347884" y="2153325"/>
                </a:lnTo>
                <a:lnTo>
                  <a:pt x="324598" y="2114429"/>
                </a:lnTo>
                <a:lnTo>
                  <a:pt x="302037" y="2075057"/>
                </a:lnTo>
                <a:lnTo>
                  <a:pt x="280209" y="2035218"/>
                </a:lnTo>
                <a:lnTo>
                  <a:pt x="259125" y="1994921"/>
                </a:lnTo>
                <a:lnTo>
                  <a:pt x="238793" y="1954176"/>
                </a:lnTo>
                <a:lnTo>
                  <a:pt x="219223" y="1912992"/>
                </a:lnTo>
                <a:lnTo>
                  <a:pt x="200424" y="1871377"/>
                </a:lnTo>
                <a:lnTo>
                  <a:pt x="182404" y="1829342"/>
                </a:lnTo>
                <a:lnTo>
                  <a:pt x="165174" y="1786895"/>
                </a:lnTo>
                <a:lnTo>
                  <a:pt x="148742" y="1744046"/>
                </a:lnTo>
                <a:lnTo>
                  <a:pt x="133118" y="1700804"/>
                </a:lnTo>
                <a:lnTo>
                  <a:pt x="118310" y="1657178"/>
                </a:lnTo>
                <a:lnTo>
                  <a:pt x="104329" y="1613177"/>
                </a:lnTo>
                <a:lnTo>
                  <a:pt x="91183" y="1568811"/>
                </a:lnTo>
                <a:lnTo>
                  <a:pt x="78881" y="1524088"/>
                </a:lnTo>
                <a:lnTo>
                  <a:pt x="67434" y="1479018"/>
                </a:lnTo>
                <a:lnTo>
                  <a:pt x="56849" y="1433610"/>
                </a:lnTo>
                <a:lnTo>
                  <a:pt x="47136" y="1387874"/>
                </a:lnTo>
                <a:lnTo>
                  <a:pt x="38304" y="1341818"/>
                </a:lnTo>
                <a:lnTo>
                  <a:pt x="30363" y="1295452"/>
                </a:lnTo>
                <a:lnTo>
                  <a:pt x="23322" y="1248785"/>
                </a:lnTo>
                <a:lnTo>
                  <a:pt x="17190" y="1201826"/>
                </a:lnTo>
                <a:lnTo>
                  <a:pt x="11975" y="1154584"/>
                </a:lnTo>
                <a:lnTo>
                  <a:pt x="7689" y="1107069"/>
                </a:lnTo>
                <a:lnTo>
                  <a:pt x="4338" y="1059290"/>
                </a:lnTo>
                <a:lnTo>
                  <a:pt x="1934" y="1011256"/>
                </a:lnTo>
                <a:lnTo>
                  <a:pt x="485" y="962976"/>
                </a:lnTo>
                <a:lnTo>
                  <a:pt x="0" y="914459"/>
                </a:lnTo>
                <a:lnTo>
                  <a:pt x="485" y="865943"/>
                </a:lnTo>
                <a:lnTo>
                  <a:pt x="1934" y="817663"/>
                </a:lnTo>
                <a:lnTo>
                  <a:pt x="4338" y="769629"/>
                </a:lnTo>
                <a:lnTo>
                  <a:pt x="7689" y="721850"/>
                </a:lnTo>
                <a:lnTo>
                  <a:pt x="11975" y="674335"/>
                </a:lnTo>
                <a:lnTo>
                  <a:pt x="17190" y="627093"/>
                </a:lnTo>
                <a:lnTo>
                  <a:pt x="23322" y="580134"/>
                </a:lnTo>
                <a:lnTo>
                  <a:pt x="30363" y="533467"/>
                </a:lnTo>
                <a:lnTo>
                  <a:pt x="38304" y="487101"/>
                </a:lnTo>
                <a:lnTo>
                  <a:pt x="47136" y="441045"/>
                </a:lnTo>
                <a:lnTo>
                  <a:pt x="56849" y="395309"/>
                </a:lnTo>
                <a:lnTo>
                  <a:pt x="67434" y="349901"/>
                </a:lnTo>
                <a:lnTo>
                  <a:pt x="78881" y="304831"/>
                </a:lnTo>
                <a:lnTo>
                  <a:pt x="91183" y="260108"/>
                </a:lnTo>
                <a:lnTo>
                  <a:pt x="104329" y="215742"/>
                </a:lnTo>
                <a:lnTo>
                  <a:pt x="118310" y="171741"/>
                </a:lnTo>
                <a:lnTo>
                  <a:pt x="133118" y="128115"/>
                </a:lnTo>
                <a:lnTo>
                  <a:pt x="148742" y="84873"/>
                </a:lnTo>
                <a:lnTo>
                  <a:pt x="165174" y="42024"/>
                </a:lnTo>
                <a:lnTo>
                  <a:pt x="182232" y="0"/>
                </a:lnTo>
                <a:lnTo>
                  <a:pt x="2773680" y="0"/>
                </a:lnTo>
                <a:lnTo>
                  <a:pt x="2773680" y="3258995"/>
                </a:lnTo>
                <a:lnTo>
                  <a:pt x="2758492" y="3261596"/>
                </a:lnTo>
                <a:lnTo>
                  <a:pt x="2711825" y="3268637"/>
                </a:lnTo>
                <a:lnTo>
                  <a:pt x="2664866" y="3274769"/>
                </a:lnTo>
                <a:lnTo>
                  <a:pt x="2617624" y="3279984"/>
                </a:lnTo>
                <a:lnTo>
                  <a:pt x="2570109" y="3284270"/>
                </a:lnTo>
                <a:lnTo>
                  <a:pt x="2522330" y="3287620"/>
                </a:lnTo>
                <a:lnTo>
                  <a:pt x="2474296" y="3290025"/>
                </a:lnTo>
                <a:lnTo>
                  <a:pt x="2426016" y="3291474"/>
                </a:lnTo>
                <a:lnTo>
                  <a:pt x="2377499" y="3291959"/>
                </a:lnTo>
                <a:close/>
              </a:path>
            </a:pathLst>
          </a:custGeom>
          <a:solidFill>
            <a:srgbClr val="1B1B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4480559"/>
            <a:ext cx="2194560" cy="2377440"/>
          </a:xfrm>
          <a:custGeom>
            <a:avLst/>
            <a:gdLst/>
            <a:ahLst/>
            <a:cxnLst/>
            <a:rect l="l" t="t" r="r" b="b"/>
            <a:pathLst>
              <a:path w="2194560" h="2377440">
                <a:moveTo>
                  <a:pt x="2161222" y="2377439"/>
                </a:moveTo>
                <a:lnTo>
                  <a:pt x="0" y="2377439"/>
                </a:lnTo>
                <a:lnTo>
                  <a:pt x="0" y="8277"/>
                </a:lnTo>
                <a:lnTo>
                  <a:pt x="39186" y="5050"/>
                </a:lnTo>
                <a:lnTo>
                  <a:pt x="86787" y="2253"/>
                </a:lnTo>
                <a:lnTo>
                  <a:pt x="134680" y="565"/>
                </a:lnTo>
                <a:lnTo>
                  <a:pt x="182849" y="0"/>
                </a:lnTo>
                <a:lnTo>
                  <a:pt x="228439" y="565"/>
                </a:lnTo>
                <a:lnTo>
                  <a:pt x="231346" y="565"/>
                </a:lnTo>
                <a:lnTo>
                  <a:pt x="282601" y="2472"/>
                </a:lnTo>
                <a:lnTo>
                  <a:pt x="332234" y="5549"/>
                </a:lnTo>
                <a:lnTo>
                  <a:pt x="381676" y="9843"/>
                </a:lnTo>
                <a:lnTo>
                  <a:pt x="430908" y="15345"/>
                </a:lnTo>
                <a:lnTo>
                  <a:pt x="479909" y="22045"/>
                </a:lnTo>
                <a:lnTo>
                  <a:pt x="528659" y="29937"/>
                </a:lnTo>
                <a:lnTo>
                  <a:pt x="577136" y="39010"/>
                </a:lnTo>
                <a:lnTo>
                  <a:pt x="625320" y="49257"/>
                </a:lnTo>
                <a:lnTo>
                  <a:pt x="673190" y="60669"/>
                </a:lnTo>
                <a:lnTo>
                  <a:pt x="720726" y="73237"/>
                </a:lnTo>
                <a:lnTo>
                  <a:pt x="767908" y="86953"/>
                </a:lnTo>
                <a:lnTo>
                  <a:pt x="814714" y="101809"/>
                </a:lnTo>
                <a:lnTo>
                  <a:pt x="861125" y="117796"/>
                </a:lnTo>
                <a:lnTo>
                  <a:pt x="907118" y="134905"/>
                </a:lnTo>
                <a:lnTo>
                  <a:pt x="952675" y="153127"/>
                </a:lnTo>
                <a:lnTo>
                  <a:pt x="997773" y="172455"/>
                </a:lnTo>
                <a:lnTo>
                  <a:pt x="1042394" y="192880"/>
                </a:lnTo>
                <a:lnTo>
                  <a:pt x="1086515" y="214393"/>
                </a:lnTo>
                <a:lnTo>
                  <a:pt x="1130116" y="236985"/>
                </a:lnTo>
                <a:lnTo>
                  <a:pt x="1173178" y="260649"/>
                </a:lnTo>
                <a:lnTo>
                  <a:pt x="1215678" y="285375"/>
                </a:lnTo>
                <a:lnTo>
                  <a:pt x="1257597" y="311155"/>
                </a:lnTo>
                <a:lnTo>
                  <a:pt x="1298914" y="337980"/>
                </a:lnTo>
                <a:lnTo>
                  <a:pt x="1339608" y="365843"/>
                </a:lnTo>
                <a:lnTo>
                  <a:pt x="1379659" y="394734"/>
                </a:lnTo>
                <a:lnTo>
                  <a:pt x="1419046" y="424645"/>
                </a:lnTo>
                <a:lnTo>
                  <a:pt x="1457748" y="455567"/>
                </a:lnTo>
                <a:lnTo>
                  <a:pt x="1495746" y="487492"/>
                </a:lnTo>
                <a:lnTo>
                  <a:pt x="1533017" y="520411"/>
                </a:lnTo>
                <a:lnTo>
                  <a:pt x="1569543" y="554316"/>
                </a:lnTo>
                <a:lnTo>
                  <a:pt x="1605301" y="589198"/>
                </a:lnTo>
                <a:lnTo>
                  <a:pt x="1640183" y="624956"/>
                </a:lnTo>
                <a:lnTo>
                  <a:pt x="1674088" y="661481"/>
                </a:lnTo>
                <a:lnTo>
                  <a:pt x="1707007" y="698753"/>
                </a:lnTo>
                <a:lnTo>
                  <a:pt x="1738932" y="736750"/>
                </a:lnTo>
                <a:lnTo>
                  <a:pt x="1769854" y="775453"/>
                </a:lnTo>
                <a:lnTo>
                  <a:pt x="1799765" y="814840"/>
                </a:lnTo>
                <a:lnTo>
                  <a:pt x="1828656" y="854891"/>
                </a:lnTo>
                <a:lnTo>
                  <a:pt x="1856519" y="895585"/>
                </a:lnTo>
                <a:lnTo>
                  <a:pt x="1883344" y="936902"/>
                </a:lnTo>
                <a:lnTo>
                  <a:pt x="1909124" y="978821"/>
                </a:lnTo>
                <a:lnTo>
                  <a:pt x="1933850" y="1021321"/>
                </a:lnTo>
                <a:lnTo>
                  <a:pt x="1957514" y="1064383"/>
                </a:lnTo>
                <a:lnTo>
                  <a:pt x="1980106" y="1107984"/>
                </a:lnTo>
                <a:lnTo>
                  <a:pt x="2001619" y="1152105"/>
                </a:lnTo>
                <a:lnTo>
                  <a:pt x="2022044" y="1196726"/>
                </a:lnTo>
                <a:lnTo>
                  <a:pt x="2041372" y="1241824"/>
                </a:lnTo>
                <a:lnTo>
                  <a:pt x="2059594" y="1287381"/>
                </a:lnTo>
                <a:lnTo>
                  <a:pt x="2076703" y="1333374"/>
                </a:lnTo>
                <a:lnTo>
                  <a:pt x="2092690" y="1379785"/>
                </a:lnTo>
                <a:lnTo>
                  <a:pt x="2107546" y="1426591"/>
                </a:lnTo>
                <a:lnTo>
                  <a:pt x="2121262" y="1473772"/>
                </a:lnTo>
                <a:lnTo>
                  <a:pt x="2133830" y="1521309"/>
                </a:lnTo>
                <a:lnTo>
                  <a:pt x="2145242" y="1569179"/>
                </a:lnTo>
                <a:lnTo>
                  <a:pt x="2155489" y="1617363"/>
                </a:lnTo>
                <a:lnTo>
                  <a:pt x="2164562" y="1665840"/>
                </a:lnTo>
                <a:lnTo>
                  <a:pt x="2172454" y="1714589"/>
                </a:lnTo>
                <a:lnTo>
                  <a:pt x="2179154" y="1763590"/>
                </a:lnTo>
                <a:lnTo>
                  <a:pt x="2184656" y="1812823"/>
                </a:lnTo>
                <a:lnTo>
                  <a:pt x="2188950" y="1862265"/>
                </a:lnTo>
                <a:lnTo>
                  <a:pt x="2192027" y="1911897"/>
                </a:lnTo>
                <a:lnTo>
                  <a:pt x="2193880" y="1961699"/>
                </a:lnTo>
                <a:lnTo>
                  <a:pt x="2194499" y="2011649"/>
                </a:lnTo>
                <a:lnTo>
                  <a:pt x="2193934" y="2059819"/>
                </a:lnTo>
                <a:lnTo>
                  <a:pt x="2192246" y="2107711"/>
                </a:lnTo>
                <a:lnTo>
                  <a:pt x="2189449" y="2155313"/>
                </a:lnTo>
                <a:lnTo>
                  <a:pt x="2185554" y="2202612"/>
                </a:lnTo>
                <a:lnTo>
                  <a:pt x="2180574" y="2249596"/>
                </a:lnTo>
                <a:lnTo>
                  <a:pt x="2174523" y="2296251"/>
                </a:lnTo>
                <a:lnTo>
                  <a:pt x="2167412" y="2342565"/>
                </a:lnTo>
                <a:lnTo>
                  <a:pt x="2161222" y="2377439"/>
                </a:lnTo>
                <a:close/>
              </a:path>
            </a:pathLst>
          </a:custGeom>
          <a:solidFill>
            <a:srgbClr val="1B1B1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454396" y="1234439"/>
            <a:ext cx="1280160" cy="1280160"/>
            <a:chOff x="5454396" y="1234439"/>
            <a:chExt cx="1280160" cy="1280160"/>
          </a:xfrm>
        </p:grpSpPr>
        <p:sp>
          <p:nvSpPr>
            <p:cNvPr id="5" name="object 5"/>
            <p:cNvSpPr/>
            <p:nvPr/>
          </p:nvSpPr>
          <p:spPr>
            <a:xfrm>
              <a:off x="5454396" y="1234439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59" h="1280160">
                  <a:moveTo>
                    <a:pt x="640049" y="1280099"/>
                  </a:moveTo>
                  <a:lnTo>
                    <a:pt x="592282" y="1278344"/>
                  </a:lnTo>
                  <a:lnTo>
                    <a:pt x="545468" y="1273160"/>
                  </a:lnTo>
                  <a:lnTo>
                    <a:pt x="499731" y="1264671"/>
                  </a:lnTo>
                  <a:lnTo>
                    <a:pt x="455195" y="1253000"/>
                  </a:lnTo>
                  <a:lnTo>
                    <a:pt x="411983" y="1238273"/>
                  </a:lnTo>
                  <a:lnTo>
                    <a:pt x="370221" y="1220612"/>
                  </a:lnTo>
                  <a:lnTo>
                    <a:pt x="330030" y="1200141"/>
                  </a:lnTo>
                  <a:lnTo>
                    <a:pt x="291536" y="1176983"/>
                  </a:lnTo>
                  <a:lnTo>
                    <a:pt x="254861" y="1151264"/>
                  </a:lnTo>
                  <a:lnTo>
                    <a:pt x="220130" y="1123106"/>
                  </a:lnTo>
                  <a:lnTo>
                    <a:pt x="187466" y="1092633"/>
                  </a:lnTo>
                  <a:lnTo>
                    <a:pt x="156993" y="1059969"/>
                  </a:lnTo>
                  <a:lnTo>
                    <a:pt x="128835" y="1025238"/>
                  </a:lnTo>
                  <a:lnTo>
                    <a:pt x="103116" y="988563"/>
                  </a:lnTo>
                  <a:lnTo>
                    <a:pt x="79958" y="950069"/>
                  </a:lnTo>
                  <a:lnTo>
                    <a:pt x="59487" y="909878"/>
                  </a:lnTo>
                  <a:lnTo>
                    <a:pt x="41826" y="868116"/>
                  </a:lnTo>
                  <a:lnTo>
                    <a:pt x="27099" y="824904"/>
                  </a:lnTo>
                  <a:lnTo>
                    <a:pt x="15428" y="780368"/>
                  </a:lnTo>
                  <a:lnTo>
                    <a:pt x="6939" y="734631"/>
                  </a:lnTo>
                  <a:lnTo>
                    <a:pt x="1755" y="687817"/>
                  </a:lnTo>
                  <a:lnTo>
                    <a:pt x="0" y="640049"/>
                  </a:lnTo>
                  <a:lnTo>
                    <a:pt x="1755" y="592282"/>
                  </a:lnTo>
                  <a:lnTo>
                    <a:pt x="6939" y="545468"/>
                  </a:lnTo>
                  <a:lnTo>
                    <a:pt x="15428" y="499731"/>
                  </a:lnTo>
                  <a:lnTo>
                    <a:pt x="27099" y="455195"/>
                  </a:lnTo>
                  <a:lnTo>
                    <a:pt x="41826" y="411983"/>
                  </a:lnTo>
                  <a:lnTo>
                    <a:pt x="59487" y="370221"/>
                  </a:lnTo>
                  <a:lnTo>
                    <a:pt x="79958" y="330030"/>
                  </a:lnTo>
                  <a:lnTo>
                    <a:pt x="103116" y="291536"/>
                  </a:lnTo>
                  <a:lnTo>
                    <a:pt x="128835" y="254861"/>
                  </a:lnTo>
                  <a:lnTo>
                    <a:pt x="156993" y="220130"/>
                  </a:lnTo>
                  <a:lnTo>
                    <a:pt x="187466" y="187466"/>
                  </a:lnTo>
                  <a:lnTo>
                    <a:pt x="220130" y="156993"/>
                  </a:lnTo>
                  <a:lnTo>
                    <a:pt x="254861" y="128835"/>
                  </a:lnTo>
                  <a:lnTo>
                    <a:pt x="291536" y="103115"/>
                  </a:lnTo>
                  <a:lnTo>
                    <a:pt x="330030" y="79958"/>
                  </a:lnTo>
                  <a:lnTo>
                    <a:pt x="370221" y="59487"/>
                  </a:lnTo>
                  <a:lnTo>
                    <a:pt x="411983" y="41826"/>
                  </a:lnTo>
                  <a:lnTo>
                    <a:pt x="455195" y="27099"/>
                  </a:lnTo>
                  <a:lnTo>
                    <a:pt x="499731" y="15428"/>
                  </a:lnTo>
                  <a:lnTo>
                    <a:pt x="545468" y="6939"/>
                  </a:lnTo>
                  <a:lnTo>
                    <a:pt x="592282" y="1755"/>
                  </a:lnTo>
                  <a:lnTo>
                    <a:pt x="640049" y="0"/>
                  </a:lnTo>
                  <a:lnTo>
                    <a:pt x="690731" y="2008"/>
                  </a:lnTo>
                  <a:lnTo>
                    <a:pt x="740780" y="7973"/>
                  </a:lnTo>
                  <a:lnTo>
                    <a:pt x="789982" y="17806"/>
                  </a:lnTo>
                  <a:lnTo>
                    <a:pt x="838122" y="31418"/>
                  </a:lnTo>
                  <a:lnTo>
                    <a:pt x="884986" y="48720"/>
                  </a:lnTo>
                  <a:lnTo>
                    <a:pt x="930358" y="69624"/>
                  </a:lnTo>
                  <a:lnTo>
                    <a:pt x="974024" y="94039"/>
                  </a:lnTo>
                  <a:lnTo>
                    <a:pt x="1015768" y="121877"/>
                  </a:lnTo>
                  <a:lnTo>
                    <a:pt x="1055376" y="153049"/>
                  </a:lnTo>
                  <a:lnTo>
                    <a:pt x="1092633" y="187466"/>
                  </a:lnTo>
                  <a:lnTo>
                    <a:pt x="1127050" y="224723"/>
                  </a:lnTo>
                  <a:lnTo>
                    <a:pt x="1158222" y="264331"/>
                  </a:lnTo>
                  <a:lnTo>
                    <a:pt x="1186060" y="306075"/>
                  </a:lnTo>
                  <a:lnTo>
                    <a:pt x="1210476" y="349741"/>
                  </a:lnTo>
                  <a:lnTo>
                    <a:pt x="1231379" y="395113"/>
                  </a:lnTo>
                  <a:lnTo>
                    <a:pt x="1248681" y="441977"/>
                  </a:lnTo>
                  <a:lnTo>
                    <a:pt x="1262293" y="490117"/>
                  </a:lnTo>
                  <a:lnTo>
                    <a:pt x="1272126" y="539319"/>
                  </a:lnTo>
                  <a:lnTo>
                    <a:pt x="1278091" y="589368"/>
                  </a:lnTo>
                  <a:lnTo>
                    <a:pt x="1280099" y="640049"/>
                  </a:lnTo>
                  <a:lnTo>
                    <a:pt x="1278344" y="687817"/>
                  </a:lnTo>
                  <a:lnTo>
                    <a:pt x="1273160" y="734631"/>
                  </a:lnTo>
                  <a:lnTo>
                    <a:pt x="1264671" y="780368"/>
                  </a:lnTo>
                  <a:lnTo>
                    <a:pt x="1253000" y="824904"/>
                  </a:lnTo>
                  <a:lnTo>
                    <a:pt x="1238273" y="868116"/>
                  </a:lnTo>
                  <a:lnTo>
                    <a:pt x="1220612" y="909878"/>
                  </a:lnTo>
                  <a:lnTo>
                    <a:pt x="1200141" y="950069"/>
                  </a:lnTo>
                  <a:lnTo>
                    <a:pt x="1176984" y="988563"/>
                  </a:lnTo>
                  <a:lnTo>
                    <a:pt x="1151264" y="1025238"/>
                  </a:lnTo>
                  <a:lnTo>
                    <a:pt x="1123106" y="1059969"/>
                  </a:lnTo>
                  <a:lnTo>
                    <a:pt x="1092633" y="1092633"/>
                  </a:lnTo>
                  <a:lnTo>
                    <a:pt x="1059969" y="1123106"/>
                  </a:lnTo>
                  <a:lnTo>
                    <a:pt x="1025238" y="1151264"/>
                  </a:lnTo>
                  <a:lnTo>
                    <a:pt x="988563" y="1176983"/>
                  </a:lnTo>
                  <a:lnTo>
                    <a:pt x="950069" y="1200141"/>
                  </a:lnTo>
                  <a:lnTo>
                    <a:pt x="909878" y="1220612"/>
                  </a:lnTo>
                  <a:lnTo>
                    <a:pt x="868116" y="1238273"/>
                  </a:lnTo>
                  <a:lnTo>
                    <a:pt x="824904" y="1253000"/>
                  </a:lnTo>
                  <a:lnTo>
                    <a:pt x="780368" y="1264671"/>
                  </a:lnTo>
                  <a:lnTo>
                    <a:pt x="734631" y="1273160"/>
                  </a:lnTo>
                  <a:lnTo>
                    <a:pt x="687817" y="1278344"/>
                  </a:lnTo>
                  <a:lnTo>
                    <a:pt x="640049" y="128009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1634" y="1541678"/>
              <a:ext cx="665683" cy="665682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390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70"/>
              </a:spcBef>
            </a:pPr>
            <a:r>
              <a:rPr dirty="0" spc="-20"/>
              <a:t>SADUGUDU</a:t>
            </a:r>
            <a:r>
              <a:rPr dirty="0" spc="-180"/>
              <a:t> </a:t>
            </a:r>
            <a:r>
              <a:rPr dirty="0" spc="-25"/>
              <a:t>VANDI</a:t>
            </a:r>
          </a:p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dirty="0" sz="2000" spc="-20" b="0" i="1">
                <a:solidFill>
                  <a:srgbClr val="FF6A3D"/>
                </a:solidFill>
                <a:latin typeface="Calibri"/>
                <a:cs typeface="Calibri"/>
              </a:rPr>
              <a:t>Your</a:t>
            </a:r>
            <a:r>
              <a:rPr dirty="0" sz="2000" spc="-8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2000" spc="-10" b="0" i="1">
                <a:solidFill>
                  <a:srgbClr val="FF6A3D"/>
                </a:solidFill>
                <a:latin typeface="Calibri"/>
                <a:cs typeface="Calibri"/>
              </a:rPr>
              <a:t>Journey.</a:t>
            </a:r>
            <a:r>
              <a:rPr dirty="0" sz="2000" spc="-8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2000" spc="-20" b="0" i="1">
                <a:solidFill>
                  <a:srgbClr val="FF6A3D"/>
                </a:solidFill>
                <a:latin typeface="Calibri"/>
                <a:cs typeface="Calibri"/>
              </a:rPr>
              <a:t>Your</a:t>
            </a:r>
            <a:r>
              <a:rPr dirty="0" sz="2000" spc="-8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2000" spc="-10" b="0" i="1">
                <a:solidFill>
                  <a:srgbClr val="FF6A3D"/>
                </a:solidFill>
                <a:latin typeface="Calibri"/>
                <a:cs typeface="Calibri"/>
              </a:rPr>
              <a:t>Ride.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54753" y="5068570"/>
            <a:ext cx="3670300" cy="515620"/>
            <a:chOff x="4254753" y="5068570"/>
            <a:chExt cx="3670300" cy="515620"/>
          </a:xfrm>
        </p:grpSpPr>
        <p:sp>
          <p:nvSpPr>
            <p:cNvPr id="9" name="object 9"/>
            <p:cNvSpPr/>
            <p:nvPr/>
          </p:nvSpPr>
          <p:spPr>
            <a:xfrm>
              <a:off x="4261103" y="5074920"/>
              <a:ext cx="3657600" cy="502920"/>
            </a:xfrm>
            <a:custGeom>
              <a:avLst/>
              <a:gdLst/>
              <a:ahLst/>
              <a:cxnLst/>
              <a:rect l="l" t="t" r="r" b="b"/>
              <a:pathLst>
                <a:path w="3657600" h="502920">
                  <a:moveTo>
                    <a:pt x="3406199" y="502799"/>
                  </a:moveTo>
                  <a:lnTo>
                    <a:pt x="251399" y="502799"/>
                  </a:lnTo>
                  <a:lnTo>
                    <a:pt x="206210" y="498749"/>
                  </a:lnTo>
                  <a:lnTo>
                    <a:pt x="163678" y="487071"/>
                  </a:lnTo>
                  <a:lnTo>
                    <a:pt x="124513" y="468476"/>
                  </a:lnTo>
                  <a:lnTo>
                    <a:pt x="89426" y="443673"/>
                  </a:lnTo>
                  <a:lnTo>
                    <a:pt x="59126" y="413373"/>
                  </a:lnTo>
                  <a:lnTo>
                    <a:pt x="34323" y="378286"/>
                  </a:lnTo>
                  <a:lnTo>
                    <a:pt x="15728" y="339121"/>
                  </a:lnTo>
                  <a:lnTo>
                    <a:pt x="4050" y="296589"/>
                  </a:lnTo>
                  <a:lnTo>
                    <a:pt x="0" y="251399"/>
                  </a:lnTo>
                  <a:lnTo>
                    <a:pt x="4050" y="206210"/>
                  </a:lnTo>
                  <a:lnTo>
                    <a:pt x="15728" y="163678"/>
                  </a:lnTo>
                  <a:lnTo>
                    <a:pt x="34323" y="124513"/>
                  </a:lnTo>
                  <a:lnTo>
                    <a:pt x="59126" y="89426"/>
                  </a:lnTo>
                  <a:lnTo>
                    <a:pt x="89426" y="59126"/>
                  </a:lnTo>
                  <a:lnTo>
                    <a:pt x="124513" y="34323"/>
                  </a:lnTo>
                  <a:lnTo>
                    <a:pt x="163678" y="15728"/>
                  </a:lnTo>
                  <a:lnTo>
                    <a:pt x="206210" y="4050"/>
                  </a:lnTo>
                  <a:lnTo>
                    <a:pt x="251399" y="0"/>
                  </a:lnTo>
                  <a:lnTo>
                    <a:pt x="3406199" y="0"/>
                  </a:lnTo>
                  <a:lnTo>
                    <a:pt x="3455474" y="4875"/>
                  </a:lnTo>
                  <a:lnTo>
                    <a:pt x="3502406" y="19136"/>
                  </a:lnTo>
                  <a:lnTo>
                    <a:pt x="3545676" y="42238"/>
                  </a:lnTo>
                  <a:lnTo>
                    <a:pt x="3583965" y="73633"/>
                  </a:lnTo>
                  <a:lnTo>
                    <a:pt x="3615361" y="111923"/>
                  </a:lnTo>
                  <a:lnTo>
                    <a:pt x="3638463" y="155193"/>
                  </a:lnTo>
                  <a:lnTo>
                    <a:pt x="3652724" y="202125"/>
                  </a:lnTo>
                  <a:lnTo>
                    <a:pt x="3657599" y="251399"/>
                  </a:lnTo>
                  <a:lnTo>
                    <a:pt x="3653549" y="296589"/>
                  </a:lnTo>
                  <a:lnTo>
                    <a:pt x="3641871" y="339121"/>
                  </a:lnTo>
                  <a:lnTo>
                    <a:pt x="3623276" y="378286"/>
                  </a:lnTo>
                  <a:lnTo>
                    <a:pt x="3598473" y="413373"/>
                  </a:lnTo>
                  <a:lnTo>
                    <a:pt x="3568173" y="443673"/>
                  </a:lnTo>
                  <a:lnTo>
                    <a:pt x="3533086" y="468476"/>
                  </a:lnTo>
                  <a:lnTo>
                    <a:pt x="3493921" y="487071"/>
                  </a:lnTo>
                  <a:lnTo>
                    <a:pt x="3451389" y="498749"/>
                  </a:lnTo>
                  <a:lnTo>
                    <a:pt x="3406199" y="502799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261103" y="5074920"/>
              <a:ext cx="3657600" cy="502920"/>
            </a:xfrm>
            <a:custGeom>
              <a:avLst/>
              <a:gdLst/>
              <a:ahLst/>
              <a:cxnLst/>
              <a:rect l="l" t="t" r="r" b="b"/>
              <a:pathLst>
                <a:path w="3657600" h="502920">
                  <a:moveTo>
                    <a:pt x="0" y="251399"/>
                  </a:moveTo>
                  <a:lnTo>
                    <a:pt x="4050" y="206210"/>
                  </a:lnTo>
                  <a:lnTo>
                    <a:pt x="15728" y="163678"/>
                  </a:lnTo>
                  <a:lnTo>
                    <a:pt x="34323" y="124513"/>
                  </a:lnTo>
                  <a:lnTo>
                    <a:pt x="59126" y="89426"/>
                  </a:lnTo>
                  <a:lnTo>
                    <a:pt x="89426" y="59126"/>
                  </a:lnTo>
                  <a:lnTo>
                    <a:pt x="124513" y="34323"/>
                  </a:lnTo>
                  <a:lnTo>
                    <a:pt x="163678" y="15728"/>
                  </a:lnTo>
                  <a:lnTo>
                    <a:pt x="206210" y="4050"/>
                  </a:lnTo>
                  <a:lnTo>
                    <a:pt x="251399" y="0"/>
                  </a:lnTo>
                  <a:lnTo>
                    <a:pt x="3406199" y="0"/>
                  </a:lnTo>
                  <a:lnTo>
                    <a:pt x="3455474" y="4875"/>
                  </a:lnTo>
                  <a:lnTo>
                    <a:pt x="3502406" y="19136"/>
                  </a:lnTo>
                  <a:lnTo>
                    <a:pt x="3545676" y="42238"/>
                  </a:lnTo>
                  <a:lnTo>
                    <a:pt x="3583965" y="73633"/>
                  </a:lnTo>
                  <a:lnTo>
                    <a:pt x="3615361" y="111923"/>
                  </a:lnTo>
                  <a:lnTo>
                    <a:pt x="3638463" y="155193"/>
                  </a:lnTo>
                  <a:lnTo>
                    <a:pt x="3652724" y="202125"/>
                  </a:lnTo>
                  <a:lnTo>
                    <a:pt x="3657599" y="251399"/>
                  </a:lnTo>
                  <a:lnTo>
                    <a:pt x="3653549" y="296589"/>
                  </a:lnTo>
                  <a:lnTo>
                    <a:pt x="3641871" y="339121"/>
                  </a:lnTo>
                  <a:lnTo>
                    <a:pt x="3623276" y="378286"/>
                  </a:lnTo>
                  <a:lnTo>
                    <a:pt x="3598473" y="413373"/>
                  </a:lnTo>
                  <a:lnTo>
                    <a:pt x="3568173" y="443673"/>
                  </a:lnTo>
                  <a:lnTo>
                    <a:pt x="3533086" y="468476"/>
                  </a:lnTo>
                  <a:lnTo>
                    <a:pt x="3493921" y="487071"/>
                  </a:lnTo>
                  <a:lnTo>
                    <a:pt x="3451389" y="498749"/>
                  </a:lnTo>
                  <a:lnTo>
                    <a:pt x="3406199" y="502799"/>
                  </a:lnTo>
                  <a:lnTo>
                    <a:pt x="251399" y="502799"/>
                  </a:lnTo>
                  <a:lnTo>
                    <a:pt x="206210" y="498749"/>
                  </a:lnTo>
                  <a:lnTo>
                    <a:pt x="163678" y="487071"/>
                  </a:lnTo>
                  <a:lnTo>
                    <a:pt x="124513" y="468476"/>
                  </a:lnTo>
                  <a:lnTo>
                    <a:pt x="89426" y="443673"/>
                  </a:lnTo>
                  <a:lnTo>
                    <a:pt x="59126" y="413373"/>
                  </a:lnTo>
                  <a:lnTo>
                    <a:pt x="34323" y="378286"/>
                  </a:lnTo>
                  <a:lnTo>
                    <a:pt x="15728" y="339121"/>
                  </a:lnTo>
                  <a:lnTo>
                    <a:pt x="4050" y="296589"/>
                  </a:lnTo>
                  <a:lnTo>
                    <a:pt x="0" y="25139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425539" y="4308326"/>
            <a:ext cx="5335905" cy="1116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solidFill>
                  <a:srgbClr val="A8A8A8"/>
                </a:solidFill>
                <a:latin typeface="Calibri"/>
                <a:cs typeface="Calibri"/>
              </a:rPr>
              <a:t>A</a:t>
            </a:r>
            <a:r>
              <a:rPr dirty="0" sz="1400" spc="-4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A8A8A8"/>
                </a:solidFill>
                <a:latin typeface="Calibri"/>
                <a:cs typeface="Calibri"/>
              </a:rPr>
              <a:t>Simple</a:t>
            </a:r>
            <a:r>
              <a:rPr dirty="0" sz="14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A8A8A8"/>
                </a:solidFill>
                <a:latin typeface="Calibri"/>
                <a:cs typeface="Calibri"/>
              </a:rPr>
              <a:t>Vehicle</a:t>
            </a:r>
            <a:r>
              <a:rPr dirty="0" sz="1400" spc="-4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8A8A8"/>
                </a:solidFill>
                <a:latin typeface="Calibri"/>
                <a:cs typeface="Calibri"/>
              </a:rPr>
              <a:t>Rental</a:t>
            </a:r>
            <a:r>
              <a:rPr dirty="0" sz="14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8A8A8"/>
                </a:solidFill>
                <a:latin typeface="Calibri"/>
                <a:cs typeface="Calibri"/>
              </a:rPr>
              <a:t>Web</a:t>
            </a:r>
            <a:r>
              <a:rPr dirty="0" sz="1400" spc="-4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A8A8A8"/>
                </a:solidFill>
                <a:latin typeface="Calibri"/>
                <a:cs typeface="Calibri"/>
              </a:rPr>
              <a:t>Application</a:t>
            </a:r>
            <a:r>
              <a:rPr dirty="0" sz="1400" spc="24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A8A8A8"/>
                </a:solidFill>
                <a:latin typeface="Calibri"/>
                <a:cs typeface="Calibri"/>
              </a:rPr>
              <a:t>—</a:t>
            </a:r>
            <a:r>
              <a:rPr dirty="0" sz="1400" spc="24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8A8A8"/>
                </a:solidFill>
                <a:latin typeface="Calibri"/>
                <a:cs typeface="Calibri"/>
              </a:rPr>
              <a:t>Student</a:t>
            </a:r>
            <a:r>
              <a:rPr dirty="0" sz="14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8A8A8"/>
                </a:solidFill>
                <a:latin typeface="Calibri"/>
                <a:cs typeface="Calibri"/>
              </a:rPr>
              <a:t>Project</a:t>
            </a:r>
            <a:r>
              <a:rPr dirty="0" sz="1400" spc="-4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8A8A8"/>
                </a:solidFill>
                <a:latin typeface="Calibri"/>
                <a:cs typeface="Calibri"/>
              </a:rPr>
              <a:t>Presentation</a:t>
            </a:r>
            <a:endParaRPr sz="1400">
              <a:latin typeface="Calibri"/>
              <a:cs typeface="Calibri"/>
            </a:endParaRPr>
          </a:p>
          <a:p>
            <a:pPr marL="2011045" marR="2001520" indent="273050">
              <a:lnSpc>
                <a:spcPts val="2160"/>
              </a:lnSpc>
              <a:spcBef>
                <a:spcPts val="60"/>
              </a:spcBef>
            </a:pPr>
            <a:r>
              <a:rPr dirty="0" sz="1800">
                <a:solidFill>
                  <a:srgbClr val="A8A8A8"/>
                </a:solidFill>
                <a:latin typeface="Calibri"/>
                <a:cs typeface="Calibri"/>
              </a:rPr>
              <a:t>Done</a:t>
            </a:r>
            <a:r>
              <a:rPr dirty="0" sz="1800" spc="-6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A8A8A8"/>
                </a:solidFill>
                <a:latin typeface="Calibri"/>
                <a:cs typeface="Calibri"/>
              </a:rPr>
              <a:t>by </a:t>
            </a:r>
            <a:r>
              <a:rPr dirty="0" sz="1800">
                <a:solidFill>
                  <a:srgbClr val="A8A8A8"/>
                </a:solidFill>
                <a:latin typeface="Calibri"/>
                <a:cs typeface="Calibri"/>
              </a:rPr>
              <a:t>Hari</a:t>
            </a:r>
            <a:r>
              <a:rPr dirty="0" sz="1800" spc="-7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A8A8A8"/>
                </a:solidFill>
                <a:latin typeface="Calibri"/>
                <a:cs typeface="Calibri"/>
              </a:rPr>
              <a:t>Prasath</a:t>
            </a:r>
            <a:r>
              <a:rPr dirty="0" sz="1800" spc="-7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A8A8A8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algn="ctr" marR="635">
              <a:lnSpc>
                <a:spcPct val="100000"/>
              </a:lnSpc>
              <a:spcBef>
                <a:spcPts val="1095"/>
              </a:spcBef>
            </a:pPr>
            <a:r>
              <a:rPr dirty="0" sz="1200">
                <a:solidFill>
                  <a:srgbClr val="F4F4F4"/>
                </a:solidFill>
                <a:latin typeface="Calibri"/>
                <a:cs typeface="Calibri"/>
              </a:rPr>
              <a:t>Java</a:t>
            </a:r>
            <a:r>
              <a:rPr dirty="0" sz="1200" spc="-2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F4F4"/>
                </a:solidFill>
                <a:latin typeface="Calibri"/>
                <a:cs typeface="Calibri"/>
              </a:rPr>
              <a:t>17</a:t>
            </a:r>
            <a:r>
              <a:rPr dirty="0" sz="1200" spc="2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F4F4"/>
                </a:solidFill>
                <a:latin typeface="Calibri"/>
                <a:cs typeface="Calibri"/>
              </a:rPr>
              <a:t>•</a:t>
            </a:r>
            <a:r>
              <a:rPr dirty="0" sz="1200" spc="2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F4F4"/>
                </a:solidFill>
                <a:latin typeface="Calibri"/>
                <a:cs typeface="Calibri"/>
              </a:rPr>
              <a:t>Spring</a:t>
            </a:r>
            <a:r>
              <a:rPr dirty="0" sz="1200" spc="-2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F4F4"/>
                </a:solidFill>
                <a:latin typeface="Calibri"/>
                <a:cs typeface="Calibri"/>
              </a:rPr>
              <a:t>Boot</a:t>
            </a:r>
            <a:r>
              <a:rPr dirty="0" sz="1200" spc="2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F4F4"/>
                </a:solidFill>
                <a:latin typeface="Calibri"/>
                <a:cs typeface="Calibri"/>
              </a:rPr>
              <a:t>•</a:t>
            </a:r>
            <a:r>
              <a:rPr dirty="0" sz="1200" spc="2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4F4F4"/>
                </a:solidFill>
                <a:latin typeface="Calibri"/>
                <a:cs typeface="Calibri"/>
              </a:rPr>
              <a:t>SQLite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/>
              <a:t>Project</a:t>
            </a:r>
            <a:r>
              <a:rPr dirty="0" spc="-155"/>
              <a:t> </a:t>
            </a:r>
            <a:r>
              <a:rPr dirty="0" spc="-10"/>
              <a:t>Overview</a:t>
            </a: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What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we</a:t>
            </a:r>
            <a:r>
              <a:rPr dirty="0" sz="1400" spc="-3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set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out</a:t>
            </a:r>
            <a:r>
              <a:rPr dirty="0" sz="1400" spc="-3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to</a:t>
            </a:r>
            <a:r>
              <a:rPr dirty="0" sz="1400" spc="-3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build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665" y="1557020"/>
            <a:ext cx="55632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4F4F4"/>
                </a:solidFill>
                <a:latin typeface="Calibri"/>
                <a:cs typeface="Calibri"/>
              </a:rPr>
              <a:t>Sadugudu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4F4F4"/>
                </a:solidFill>
                <a:latin typeface="Calibri"/>
                <a:cs typeface="Calibri"/>
              </a:rPr>
              <a:t>Vandi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4F4F4"/>
                </a:solidFill>
                <a:latin typeface="Calibri"/>
                <a:cs typeface="Calibri"/>
              </a:rPr>
              <a:t>is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4F4F4"/>
                </a:solidFill>
                <a:latin typeface="Calibri"/>
                <a:cs typeface="Calibri"/>
              </a:rPr>
              <a:t>a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F4F4F4"/>
                </a:solidFill>
                <a:latin typeface="Calibri"/>
                <a:cs typeface="Calibri"/>
              </a:rPr>
              <a:t>beginner-</a:t>
            </a:r>
            <a:r>
              <a:rPr dirty="0" sz="1500">
                <a:solidFill>
                  <a:srgbClr val="F4F4F4"/>
                </a:solidFill>
                <a:latin typeface="Calibri"/>
                <a:cs typeface="Calibri"/>
              </a:rPr>
              <a:t>level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4F4F4"/>
                </a:solidFill>
                <a:latin typeface="Calibri"/>
                <a:cs typeface="Calibri"/>
              </a:rPr>
              <a:t>vehicle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4F4F4"/>
                </a:solidFill>
                <a:latin typeface="Calibri"/>
                <a:cs typeface="Calibri"/>
              </a:rPr>
              <a:t>rental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4F4F4"/>
                </a:solidFill>
                <a:latin typeface="Calibri"/>
                <a:cs typeface="Calibri"/>
              </a:rPr>
              <a:t>website,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4F4F4"/>
                </a:solidFill>
                <a:latin typeface="Calibri"/>
                <a:cs typeface="Calibri"/>
              </a:rPr>
              <a:t>built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4F4F4"/>
                </a:solidFill>
                <a:latin typeface="Calibri"/>
                <a:cs typeface="Calibri"/>
              </a:rPr>
              <a:t>as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4F4F4"/>
                </a:solidFill>
                <a:latin typeface="Calibri"/>
                <a:cs typeface="Calibri"/>
              </a:rPr>
              <a:t>a</a:t>
            </a:r>
            <a:r>
              <a:rPr dirty="0" sz="150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4F4F4"/>
                </a:solidFill>
                <a:latin typeface="Calibri"/>
                <a:cs typeface="Calibri"/>
              </a:rPr>
              <a:t>first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5" y="1922779"/>
            <a:ext cx="13601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4F4F4"/>
                </a:solidFill>
                <a:latin typeface="Calibri"/>
                <a:cs typeface="Calibri"/>
              </a:rPr>
              <a:t>full-</a:t>
            </a:r>
            <a:r>
              <a:rPr dirty="0" sz="1500">
                <a:solidFill>
                  <a:srgbClr val="F4F4F4"/>
                </a:solidFill>
                <a:latin typeface="Calibri"/>
                <a:cs typeface="Calibri"/>
              </a:rPr>
              <a:t>stack</a:t>
            </a:r>
            <a:r>
              <a:rPr dirty="0" sz="1500" spc="-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4F4F4"/>
                </a:solidFill>
                <a:latin typeface="Calibri"/>
                <a:cs typeface="Calibri"/>
              </a:rPr>
              <a:t>project.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665" y="2288540"/>
            <a:ext cx="53562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A8A8A8"/>
                </a:solidFill>
                <a:latin typeface="Calibri"/>
                <a:cs typeface="Calibri"/>
              </a:rPr>
              <a:t>It</a:t>
            </a:r>
            <a:r>
              <a:rPr dirty="0" sz="15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A8A8A8"/>
                </a:solidFill>
                <a:latin typeface="Calibri"/>
                <a:cs typeface="Calibri"/>
              </a:rPr>
              <a:t>focuses</a:t>
            </a:r>
            <a:r>
              <a:rPr dirty="0" sz="15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A8A8A8"/>
                </a:solidFill>
                <a:latin typeface="Calibri"/>
                <a:cs typeface="Calibri"/>
              </a:rPr>
              <a:t>on</a:t>
            </a:r>
            <a:r>
              <a:rPr dirty="0" sz="15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A8A8A8"/>
                </a:solidFill>
                <a:latin typeface="Calibri"/>
                <a:cs typeface="Calibri"/>
              </a:rPr>
              <a:t>doing</a:t>
            </a:r>
            <a:r>
              <a:rPr dirty="0" sz="15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A8A8A8"/>
                </a:solidFill>
                <a:latin typeface="Calibri"/>
                <a:cs typeface="Calibri"/>
              </a:rPr>
              <a:t>a</a:t>
            </a:r>
            <a:r>
              <a:rPr dirty="0" sz="15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A8A8A8"/>
                </a:solidFill>
                <a:latin typeface="Calibri"/>
                <a:cs typeface="Calibri"/>
              </a:rPr>
              <a:t>small</a:t>
            </a:r>
            <a:r>
              <a:rPr dirty="0" sz="15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A8A8A8"/>
                </a:solidFill>
                <a:latin typeface="Calibri"/>
                <a:cs typeface="Calibri"/>
              </a:rPr>
              <a:t>set</a:t>
            </a:r>
            <a:r>
              <a:rPr dirty="0" sz="15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A8A8A8"/>
                </a:solidFill>
                <a:latin typeface="Calibri"/>
                <a:cs typeface="Calibri"/>
              </a:rPr>
              <a:t>of</a:t>
            </a:r>
            <a:r>
              <a:rPr dirty="0" sz="15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A8A8A8"/>
                </a:solidFill>
                <a:latin typeface="Calibri"/>
                <a:cs typeface="Calibri"/>
              </a:rPr>
              <a:t>features</a:t>
            </a:r>
            <a:r>
              <a:rPr dirty="0" sz="15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A8A8A8"/>
                </a:solidFill>
                <a:latin typeface="Calibri"/>
                <a:cs typeface="Calibri"/>
              </a:rPr>
              <a:t>extremely</a:t>
            </a:r>
            <a:r>
              <a:rPr dirty="0" sz="15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A8A8A8"/>
                </a:solidFill>
                <a:latin typeface="Calibri"/>
                <a:cs typeface="Calibri"/>
              </a:rPr>
              <a:t>well,</a:t>
            </a:r>
            <a:r>
              <a:rPr dirty="0" sz="15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A8A8A8"/>
                </a:solidFill>
                <a:latin typeface="Calibri"/>
                <a:cs typeface="Calibri"/>
              </a:rPr>
              <a:t>rather</a:t>
            </a:r>
            <a:r>
              <a:rPr dirty="0" sz="15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A8A8A8"/>
                </a:solidFill>
                <a:latin typeface="Calibri"/>
                <a:cs typeface="Calibri"/>
              </a:rPr>
              <a:t>than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65" y="2654300"/>
            <a:ext cx="17246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A8A8A8"/>
                </a:solidFill>
                <a:latin typeface="Calibri"/>
                <a:cs typeface="Calibri"/>
              </a:rPr>
              <a:t>packing</a:t>
            </a:r>
            <a:r>
              <a:rPr dirty="0" sz="1500" spc="-5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A8A8A8"/>
                </a:solidFill>
                <a:latin typeface="Calibri"/>
                <a:cs typeface="Calibri"/>
              </a:rPr>
              <a:t>in</a:t>
            </a:r>
            <a:r>
              <a:rPr dirty="0" sz="1500" spc="-5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A8A8A8"/>
                </a:solidFill>
                <a:latin typeface="Calibri"/>
                <a:cs typeface="Calibri"/>
              </a:rPr>
              <a:t>complexity.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2290" y="3194050"/>
            <a:ext cx="2618740" cy="1612900"/>
            <a:chOff x="542290" y="3194050"/>
            <a:chExt cx="2618740" cy="1612900"/>
          </a:xfrm>
        </p:grpSpPr>
        <p:sp>
          <p:nvSpPr>
            <p:cNvPr id="8" name="object 8"/>
            <p:cNvSpPr/>
            <p:nvPr/>
          </p:nvSpPr>
          <p:spPr>
            <a:xfrm>
              <a:off x="548640" y="3200400"/>
              <a:ext cx="2606040" cy="1600200"/>
            </a:xfrm>
            <a:custGeom>
              <a:avLst/>
              <a:gdLst/>
              <a:ahLst/>
              <a:cxnLst/>
              <a:rect l="l" t="t" r="r" b="b"/>
              <a:pathLst>
                <a:path w="2606040" h="1600200">
                  <a:moveTo>
                    <a:pt x="2496314" y="1600199"/>
                  </a:moveTo>
                  <a:lnTo>
                    <a:pt x="109725" y="1600199"/>
                  </a:lnTo>
                  <a:lnTo>
                    <a:pt x="67015" y="1591577"/>
                  </a:lnTo>
                  <a:lnTo>
                    <a:pt x="32137" y="1568062"/>
                  </a:lnTo>
                  <a:lnTo>
                    <a:pt x="8622" y="1533184"/>
                  </a:lnTo>
                  <a:lnTo>
                    <a:pt x="0" y="1490474"/>
                  </a:lnTo>
                  <a:lnTo>
                    <a:pt x="0" y="109725"/>
                  </a:ln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2496314" y="0"/>
                  </a:lnTo>
                  <a:lnTo>
                    <a:pt x="2538304" y="8352"/>
                  </a:lnTo>
                  <a:lnTo>
                    <a:pt x="2573901" y="32137"/>
                  </a:lnTo>
                  <a:lnTo>
                    <a:pt x="2597687" y="67735"/>
                  </a:lnTo>
                  <a:lnTo>
                    <a:pt x="2606039" y="109725"/>
                  </a:lnTo>
                  <a:lnTo>
                    <a:pt x="2606039" y="1490474"/>
                  </a:lnTo>
                  <a:lnTo>
                    <a:pt x="2597417" y="1533184"/>
                  </a:lnTo>
                  <a:lnTo>
                    <a:pt x="2573902" y="1568062"/>
                  </a:lnTo>
                  <a:lnTo>
                    <a:pt x="2539024" y="1591577"/>
                  </a:lnTo>
                  <a:lnTo>
                    <a:pt x="2496314" y="16001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8640" y="3200400"/>
              <a:ext cx="2606040" cy="1600200"/>
            </a:xfrm>
            <a:custGeom>
              <a:avLst/>
              <a:gdLst/>
              <a:ahLst/>
              <a:cxnLst/>
              <a:rect l="l" t="t" r="r" b="b"/>
              <a:pathLst>
                <a:path w="2606040" h="1600200">
                  <a:moveTo>
                    <a:pt x="0" y="109725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2496314" y="0"/>
                  </a:lnTo>
                  <a:lnTo>
                    <a:pt x="2538304" y="8352"/>
                  </a:lnTo>
                  <a:lnTo>
                    <a:pt x="2573901" y="32137"/>
                  </a:lnTo>
                  <a:lnTo>
                    <a:pt x="2597687" y="67735"/>
                  </a:lnTo>
                  <a:lnTo>
                    <a:pt x="2606039" y="109725"/>
                  </a:lnTo>
                  <a:lnTo>
                    <a:pt x="2606039" y="1490474"/>
                  </a:lnTo>
                  <a:lnTo>
                    <a:pt x="2597417" y="1533184"/>
                  </a:lnTo>
                  <a:lnTo>
                    <a:pt x="2573902" y="1568062"/>
                  </a:lnTo>
                  <a:lnTo>
                    <a:pt x="2539024" y="1591577"/>
                  </a:lnTo>
                  <a:lnTo>
                    <a:pt x="2496314" y="1600199"/>
                  </a:lnTo>
                  <a:lnTo>
                    <a:pt x="109725" y="1600199"/>
                  </a:lnTo>
                  <a:lnTo>
                    <a:pt x="67015" y="1591577"/>
                  </a:lnTo>
                  <a:lnTo>
                    <a:pt x="32137" y="1568062"/>
                  </a:lnTo>
                  <a:lnTo>
                    <a:pt x="8622" y="1533184"/>
                  </a:lnTo>
                  <a:lnTo>
                    <a:pt x="0" y="1490474"/>
                  </a:lnTo>
                  <a:lnTo>
                    <a:pt x="0" y="109725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31620" y="3401568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2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2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5239" y="3555187"/>
              <a:ext cx="332841" cy="33284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71622" y="4056005"/>
            <a:ext cx="1760220" cy="68707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dirty="0" sz="1300" spc="-20" b="1">
                <a:solidFill>
                  <a:srgbClr val="F4F4F4"/>
                </a:solidFill>
                <a:latin typeface="Calibri"/>
                <a:cs typeface="Calibri"/>
              </a:rPr>
              <a:t>Good-</a:t>
            </a:r>
            <a:r>
              <a:rPr dirty="0" sz="1300" spc="-10" b="1">
                <a:solidFill>
                  <a:srgbClr val="F4F4F4"/>
                </a:solidFill>
                <a:latin typeface="Calibri"/>
                <a:cs typeface="Calibri"/>
              </a:rPr>
              <a:t>Looking</a:t>
            </a:r>
            <a:r>
              <a:rPr dirty="0" sz="1300" spc="3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4F4F4"/>
                </a:solidFill>
                <a:latin typeface="Calibri"/>
                <a:cs typeface="Calibri"/>
              </a:rPr>
              <a:t>UI</a:t>
            </a:r>
            <a:endParaRPr sz="13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575"/>
              </a:spcBef>
            </a:pP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A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 premium</a:t>
            </a:r>
            <a:r>
              <a:rPr dirty="0" sz="950" spc="-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dark</a:t>
            </a:r>
            <a:r>
              <a:rPr dirty="0" sz="950" spc="-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interface</a:t>
            </a:r>
            <a:r>
              <a:rPr dirty="0" sz="950" spc="-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that</a:t>
            </a:r>
            <a:r>
              <a:rPr dirty="0" sz="950" spc="-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feels professional.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376929" y="3194050"/>
            <a:ext cx="2618740" cy="1612900"/>
            <a:chOff x="3376929" y="3194050"/>
            <a:chExt cx="2618740" cy="1612900"/>
          </a:xfrm>
        </p:grpSpPr>
        <p:sp>
          <p:nvSpPr>
            <p:cNvPr id="14" name="object 14"/>
            <p:cNvSpPr/>
            <p:nvPr/>
          </p:nvSpPr>
          <p:spPr>
            <a:xfrm>
              <a:off x="3383279" y="3200400"/>
              <a:ext cx="2606040" cy="1600200"/>
            </a:xfrm>
            <a:custGeom>
              <a:avLst/>
              <a:gdLst/>
              <a:ahLst/>
              <a:cxnLst/>
              <a:rect l="l" t="t" r="r" b="b"/>
              <a:pathLst>
                <a:path w="2606040" h="1600200">
                  <a:moveTo>
                    <a:pt x="2496314" y="1600199"/>
                  </a:moveTo>
                  <a:lnTo>
                    <a:pt x="109725" y="1600199"/>
                  </a:lnTo>
                  <a:lnTo>
                    <a:pt x="67015" y="1591577"/>
                  </a:lnTo>
                  <a:lnTo>
                    <a:pt x="32137" y="1568062"/>
                  </a:lnTo>
                  <a:lnTo>
                    <a:pt x="8622" y="1533184"/>
                  </a:lnTo>
                  <a:lnTo>
                    <a:pt x="0" y="1490474"/>
                  </a:lnTo>
                  <a:lnTo>
                    <a:pt x="0" y="109725"/>
                  </a:ln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2496314" y="0"/>
                  </a:lnTo>
                  <a:lnTo>
                    <a:pt x="2538304" y="8352"/>
                  </a:lnTo>
                  <a:lnTo>
                    <a:pt x="2573901" y="32137"/>
                  </a:lnTo>
                  <a:lnTo>
                    <a:pt x="2597687" y="67735"/>
                  </a:lnTo>
                  <a:lnTo>
                    <a:pt x="2606039" y="109725"/>
                  </a:lnTo>
                  <a:lnTo>
                    <a:pt x="2606039" y="1490474"/>
                  </a:lnTo>
                  <a:lnTo>
                    <a:pt x="2597417" y="1533184"/>
                  </a:lnTo>
                  <a:lnTo>
                    <a:pt x="2573902" y="1568062"/>
                  </a:lnTo>
                  <a:lnTo>
                    <a:pt x="2539024" y="1591577"/>
                  </a:lnTo>
                  <a:lnTo>
                    <a:pt x="2496314" y="16001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83279" y="3200400"/>
              <a:ext cx="2606040" cy="1600200"/>
            </a:xfrm>
            <a:custGeom>
              <a:avLst/>
              <a:gdLst/>
              <a:ahLst/>
              <a:cxnLst/>
              <a:rect l="l" t="t" r="r" b="b"/>
              <a:pathLst>
                <a:path w="2606040" h="1600200">
                  <a:moveTo>
                    <a:pt x="0" y="109725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2496314" y="0"/>
                  </a:lnTo>
                  <a:lnTo>
                    <a:pt x="2538304" y="8352"/>
                  </a:lnTo>
                  <a:lnTo>
                    <a:pt x="2573901" y="32137"/>
                  </a:lnTo>
                  <a:lnTo>
                    <a:pt x="2597687" y="67735"/>
                  </a:lnTo>
                  <a:lnTo>
                    <a:pt x="2606039" y="109725"/>
                  </a:lnTo>
                  <a:lnTo>
                    <a:pt x="2606039" y="1490474"/>
                  </a:lnTo>
                  <a:lnTo>
                    <a:pt x="2597417" y="1533184"/>
                  </a:lnTo>
                  <a:lnTo>
                    <a:pt x="2573902" y="1568062"/>
                  </a:lnTo>
                  <a:lnTo>
                    <a:pt x="2539024" y="1591577"/>
                  </a:lnTo>
                  <a:lnTo>
                    <a:pt x="2496314" y="1600199"/>
                  </a:lnTo>
                  <a:lnTo>
                    <a:pt x="109725" y="1600199"/>
                  </a:lnTo>
                  <a:lnTo>
                    <a:pt x="67015" y="1591577"/>
                  </a:lnTo>
                  <a:lnTo>
                    <a:pt x="32137" y="1568062"/>
                  </a:lnTo>
                  <a:lnTo>
                    <a:pt x="8622" y="1533184"/>
                  </a:lnTo>
                  <a:lnTo>
                    <a:pt x="0" y="1490474"/>
                  </a:lnTo>
                  <a:lnTo>
                    <a:pt x="0" y="109725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66259" y="3401568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2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2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9879" y="3555187"/>
              <a:ext cx="332841" cy="33284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558981" y="4056005"/>
            <a:ext cx="2254885" cy="68707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Simple</a:t>
            </a:r>
            <a:r>
              <a:rPr dirty="0" sz="1300" spc="-7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4F4F4"/>
                </a:solidFill>
                <a:latin typeface="Calibri"/>
                <a:cs typeface="Calibri"/>
              </a:rPr>
              <a:t>Functionality</a:t>
            </a:r>
            <a:endParaRPr sz="13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575"/>
              </a:spcBef>
            </a:pP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Only</a:t>
            </a:r>
            <a:r>
              <a:rPr dirty="0" sz="9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the</a:t>
            </a:r>
            <a:r>
              <a:rPr dirty="0" sz="9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features</a:t>
            </a:r>
            <a:r>
              <a:rPr dirty="0" sz="9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needed</a:t>
            </a:r>
            <a:r>
              <a:rPr dirty="0" sz="9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for</a:t>
            </a:r>
            <a:r>
              <a:rPr dirty="0" sz="9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a</a:t>
            </a:r>
            <a:r>
              <a:rPr dirty="0" sz="9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working</a:t>
            </a:r>
            <a:r>
              <a:rPr dirty="0" sz="9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rental flow.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11570" y="3194050"/>
            <a:ext cx="2618740" cy="1612900"/>
            <a:chOff x="6211570" y="3194050"/>
            <a:chExt cx="2618740" cy="1612900"/>
          </a:xfrm>
        </p:grpSpPr>
        <p:sp>
          <p:nvSpPr>
            <p:cNvPr id="20" name="object 20"/>
            <p:cNvSpPr/>
            <p:nvPr/>
          </p:nvSpPr>
          <p:spPr>
            <a:xfrm>
              <a:off x="6217920" y="3200400"/>
              <a:ext cx="2606040" cy="1600200"/>
            </a:xfrm>
            <a:custGeom>
              <a:avLst/>
              <a:gdLst/>
              <a:ahLst/>
              <a:cxnLst/>
              <a:rect l="l" t="t" r="r" b="b"/>
              <a:pathLst>
                <a:path w="2606040" h="1600200">
                  <a:moveTo>
                    <a:pt x="2496314" y="1600199"/>
                  </a:moveTo>
                  <a:lnTo>
                    <a:pt x="109725" y="1600199"/>
                  </a:lnTo>
                  <a:lnTo>
                    <a:pt x="67015" y="1591577"/>
                  </a:lnTo>
                  <a:lnTo>
                    <a:pt x="32137" y="1568062"/>
                  </a:lnTo>
                  <a:lnTo>
                    <a:pt x="8622" y="1533184"/>
                  </a:lnTo>
                  <a:lnTo>
                    <a:pt x="0" y="1490474"/>
                  </a:lnTo>
                  <a:lnTo>
                    <a:pt x="0" y="109725"/>
                  </a:ln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2496314" y="0"/>
                  </a:lnTo>
                  <a:lnTo>
                    <a:pt x="2538304" y="8352"/>
                  </a:lnTo>
                  <a:lnTo>
                    <a:pt x="2573901" y="32137"/>
                  </a:lnTo>
                  <a:lnTo>
                    <a:pt x="2597687" y="67735"/>
                  </a:lnTo>
                  <a:lnTo>
                    <a:pt x="2606039" y="109725"/>
                  </a:lnTo>
                  <a:lnTo>
                    <a:pt x="2606039" y="1490474"/>
                  </a:lnTo>
                  <a:lnTo>
                    <a:pt x="2597417" y="1533184"/>
                  </a:lnTo>
                  <a:lnTo>
                    <a:pt x="2573902" y="1568062"/>
                  </a:lnTo>
                  <a:lnTo>
                    <a:pt x="2539024" y="1591577"/>
                  </a:lnTo>
                  <a:lnTo>
                    <a:pt x="2496314" y="16001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217920" y="3200400"/>
              <a:ext cx="2606040" cy="1600200"/>
            </a:xfrm>
            <a:custGeom>
              <a:avLst/>
              <a:gdLst/>
              <a:ahLst/>
              <a:cxnLst/>
              <a:rect l="l" t="t" r="r" b="b"/>
              <a:pathLst>
                <a:path w="2606040" h="1600200">
                  <a:moveTo>
                    <a:pt x="0" y="109725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2496314" y="0"/>
                  </a:lnTo>
                  <a:lnTo>
                    <a:pt x="2538304" y="8352"/>
                  </a:lnTo>
                  <a:lnTo>
                    <a:pt x="2573901" y="32137"/>
                  </a:lnTo>
                  <a:lnTo>
                    <a:pt x="2597687" y="67735"/>
                  </a:lnTo>
                  <a:lnTo>
                    <a:pt x="2606039" y="109725"/>
                  </a:lnTo>
                  <a:lnTo>
                    <a:pt x="2606039" y="1490474"/>
                  </a:lnTo>
                  <a:lnTo>
                    <a:pt x="2597417" y="1533184"/>
                  </a:lnTo>
                  <a:lnTo>
                    <a:pt x="2573902" y="1568062"/>
                  </a:lnTo>
                  <a:lnTo>
                    <a:pt x="2539024" y="1591577"/>
                  </a:lnTo>
                  <a:lnTo>
                    <a:pt x="2496314" y="1600199"/>
                  </a:lnTo>
                  <a:lnTo>
                    <a:pt x="109725" y="1600199"/>
                  </a:lnTo>
                  <a:lnTo>
                    <a:pt x="67015" y="1591577"/>
                  </a:lnTo>
                  <a:lnTo>
                    <a:pt x="32137" y="1568062"/>
                  </a:lnTo>
                  <a:lnTo>
                    <a:pt x="8622" y="1533184"/>
                  </a:lnTo>
                  <a:lnTo>
                    <a:pt x="0" y="1490474"/>
                  </a:lnTo>
                  <a:lnTo>
                    <a:pt x="0" y="109725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200900" y="3401568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2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0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2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4519" y="3555187"/>
              <a:ext cx="332841" cy="33284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532917" y="4056005"/>
            <a:ext cx="1975485" cy="68707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Clean</a:t>
            </a:r>
            <a:r>
              <a:rPr dirty="0" sz="1300" spc="-2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F4F4F4"/>
                </a:solidFill>
                <a:latin typeface="Calibri"/>
                <a:cs typeface="Calibri"/>
              </a:rPr>
              <a:t>Code</a:t>
            </a:r>
            <a:endParaRPr sz="13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575"/>
              </a:spcBef>
            </a:pP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Readable, beginner-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friendly</a:t>
            </a:r>
            <a:r>
              <a:rPr dirty="0" sz="950" spc="-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Spring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A8A8A8"/>
                </a:solidFill>
                <a:latin typeface="Calibri"/>
                <a:cs typeface="Calibri"/>
              </a:rPr>
              <a:t>Boot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 structure.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046209" y="3194050"/>
            <a:ext cx="2618740" cy="1612900"/>
            <a:chOff x="9046209" y="3194050"/>
            <a:chExt cx="2618740" cy="1612900"/>
          </a:xfrm>
        </p:grpSpPr>
        <p:sp>
          <p:nvSpPr>
            <p:cNvPr id="26" name="object 26"/>
            <p:cNvSpPr/>
            <p:nvPr/>
          </p:nvSpPr>
          <p:spPr>
            <a:xfrm>
              <a:off x="9052559" y="3200400"/>
              <a:ext cx="2606040" cy="1600200"/>
            </a:xfrm>
            <a:custGeom>
              <a:avLst/>
              <a:gdLst/>
              <a:ahLst/>
              <a:cxnLst/>
              <a:rect l="l" t="t" r="r" b="b"/>
              <a:pathLst>
                <a:path w="2606040" h="1600200">
                  <a:moveTo>
                    <a:pt x="2496314" y="1600199"/>
                  </a:moveTo>
                  <a:lnTo>
                    <a:pt x="109725" y="1600199"/>
                  </a:lnTo>
                  <a:lnTo>
                    <a:pt x="67015" y="1591577"/>
                  </a:lnTo>
                  <a:lnTo>
                    <a:pt x="32137" y="1568062"/>
                  </a:lnTo>
                  <a:lnTo>
                    <a:pt x="8622" y="1533184"/>
                  </a:lnTo>
                  <a:lnTo>
                    <a:pt x="0" y="1490474"/>
                  </a:lnTo>
                  <a:lnTo>
                    <a:pt x="0" y="109725"/>
                  </a:ln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2496314" y="0"/>
                  </a:lnTo>
                  <a:lnTo>
                    <a:pt x="2538304" y="8352"/>
                  </a:lnTo>
                  <a:lnTo>
                    <a:pt x="2573901" y="32137"/>
                  </a:lnTo>
                  <a:lnTo>
                    <a:pt x="2597687" y="67735"/>
                  </a:lnTo>
                  <a:lnTo>
                    <a:pt x="2606039" y="109725"/>
                  </a:lnTo>
                  <a:lnTo>
                    <a:pt x="2606039" y="1490474"/>
                  </a:lnTo>
                  <a:lnTo>
                    <a:pt x="2597417" y="1533184"/>
                  </a:lnTo>
                  <a:lnTo>
                    <a:pt x="2573902" y="1568062"/>
                  </a:lnTo>
                  <a:lnTo>
                    <a:pt x="2539024" y="1591577"/>
                  </a:lnTo>
                  <a:lnTo>
                    <a:pt x="2496314" y="16001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052559" y="3200400"/>
              <a:ext cx="2606040" cy="1600200"/>
            </a:xfrm>
            <a:custGeom>
              <a:avLst/>
              <a:gdLst/>
              <a:ahLst/>
              <a:cxnLst/>
              <a:rect l="l" t="t" r="r" b="b"/>
              <a:pathLst>
                <a:path w="2606040" h="1600200">
                  <a:moveTo>
                    <a:pt x="0" y="109725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2496314" y="0"/>
                  </a:lnTo>
                  <a:lnTo>
                    <a:pt x="2538304" y="8352"/>
                  </a:lnTo>
                  <a:lnTo>
                    <a:pt x="2573901" y="32137"/>
                  </a:lnTo>
                  <a:lnTo>
                    <a:pt x="2597687" y="67735"/>
                  </a:lnTo>
                  <a:lnTo>
                    <a:pt x="2606039" y="109725"/>
                  </a:lnTo>
                  <a:lnTo>
                    <a:pt x="2606039" y="1490474"/>
                  </a:lnTo>
                  <a:lnTo>
                    <a:pt x="2597417" y="1533184"/>
                  </a:lnTo>
                  <a:lnTo>
                    <a:pt x="2573902" y="1568062"/>
                  </a:lnTo>
                  <a:lnTo>
                    <a:pt x="2539024" y="1591577"/>
                  </a:lnTo>
                  <a:lnTo>
                    <a:pt x="2496314" y="1600199"/>
                  </a:lnTo>
                  <a:lnTo>
                    <a:pt x="109725" y="1600199"/>
                  </a:lnTo>
                  <a:lnTo>
                    <a:pt x="67015" y="1591577"/>
                  </a:lnTo>
                  <a:lnTo>
                    <a:pt x="32137" y="1568062"/>
                  </a:lnTo>
                  <a:lnTo>
                    <a:pt x="8622" y="1533184"/>
                  </a:lnTo>
                  <a:lnTo>
                    <a:pt x="0" y="1490474"/>
                  </a:lnTo>
                  <a:lnTo>
                    <a:pt x="0" y="109725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035539" y="3401568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2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2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89159" y="3555187"/>
              <a:ext cx="332840" cy="332841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715641" y="4156455"/>
            <a:ext cx="128016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4F4F4"/>
                </a:solidFill>
                <a:latin typeface="Calibri"/>
                <a:cs typeface="Calibri"/>
              </a:rPr>
              <a:t>Working</a:t>
            </a:r>
            <a:r>
              <a:rPr dirty="0" sz="1300" spc="-5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4F4F4"/>
                </a:solidFill>
                <a:latin typeface="Calibri"/>
                <a:cs typeface="Calibri"/>
              </a:rPr>
              <a:t>Database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24405" y="4500372"/>
            <a:ext cx="226250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Real</a:t>
            </a:r>
            <a:r>
              <a:rPr dirty="0" sz="9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persistence</a:t>
            </a:r>
            <a:r>
              <a:rPr dirty="0" sz="9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with</a:t>
            </a:r>
            <a:r>
              <a:rPr dirty="0" sz="9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SQLite</a:t>
            </a:r>
            <a:r>
              <a:rPr dirty="0" sz="9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—</a:t>
            </a:r>
            <a:r>
              <a:rPr dirty="0" sz="9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no</a:t>
            </a:r>
            <a:r>
              <a:rPr dirty="0" sz="9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mock</a:t>
            </a:r>
            <a:r>
              <a:rPr dirty="0" sz="950" spc="-20">
                <a:solidFill>
                  <a:srgbClr val="A8A8A8"/>
                </a:solidFill>
                <a:latin typeface="Calibri"/>
                <a:cs typeface="Calibri"/>
              </a:rPr>
              <a:t> data.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43090" y="1502410"/>
            <a:ext cx="4721860" cy="1521460"/>
            <a:chOff x="6943090" y="1502410"/>
            <a:chExt cx="4721860" cy="1521460"/>
          </a:xfrm>
        </p:grpSpPr>
        <p:sp>
          <p:nvSpPr>
            <p:cNvPr id="33" name="object 33"/>
            <p:cNvSpPr/>
            <p:nvPr/>
          </p:nvSpPr>
          <p:spPr>
            <a:xfrm>
              <a:off x="6949440" y="1508760"/>
              <a:ext cx="4709160" cy="1508760"/>
            </a:xfrm>
            <a:custGeom>
              <a:avLst/>
              <a:gdLst/>
              <a:ahLst/>
              <a:cxnLst/>
              <a:rect l="l" t="t" r="r" b="b"/>
              <a:pathLst>
                <a:path w="4709159" h="1508760">
                  <a:moveTo>
                    <a:pt x="4599427" y="1508759"/>
                  </a:moveTo>
                  <a:lnTo>
                    <a:pt x="109731" y="1508759"/>
                  </a:lnTo>
                  <a:lnTo>
                    <a:pt x="67019" y="1500136"/>
                  </a:lnTo>
                  <a:lnTo>
                    <a:pt x="32139" y="1476620"/>
                  </a:lnTo>
                  <a:lnTo>
                    <a:pt x="8623" y="1441740"/>
                  </a:lnTo>
                  <a:lnTo>
                    <a:pt x="0" y="1399027"/>
                  </a:lnTo>
                  <a:lnTo>
                    <a:pt x="0" y="109732"/>
                  </a:lnTo>
                  <a:lnTo>
                    <a:pt x="8623" y="67019"/>
                  </a:lnTo>
                  <a:lnTo>
                    <a:pt x="32139" y="32139"/>
                  </a:lnTo>
                  <a:lnTo>
                    <a:pt x="67019" y="8623"/>
                  </a:lnTo>
                  <a:lnTo>
                    <a:pt x="109731" y="0"/>
                  </a:lnTo>
                  <a:lnTo>
                    <a:pt x="4599427" y="0"/>
                  </a:lnTo>
                  <a:lnTo>
                    <a:pt x="4641420" y="8352"/>
                  </a:lnTo>
                  <a:lnTo>
                    <a:pt x="4677019" y="32139"/>
                  </a:lnTo>
                  <a:lnTo>
                    <a:pt x="4700807" y="67739"/>
                  </a:lnTo>
                  <a:lnTo>
                    <a:pt x="4709159" y="109732"/>
                  </a:lnTo>
                  <a:lnTo>
                    <a:pt x="4709159" y="1399027"/>
                  </a:lnTo>
                  <a:lnTo>
                    <a:pt x="4700536" y="1441740"/>
                  </a:lnTo>
                  <a:lnTo>
                    <a:pt x="4677020" y="1476620"/>
                  </a:lnTo>
                  <a:lnTo>
                    <a:pt x="4642140" y="1500136"/>
                  </a:lnTo>
                  <a:lnTo>
                    <a:pt x="4599427" y="1508759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949440" y="1508760"/>
              <a:ext cx="4709160" cy="1508760"/>
            </a:xfrm>
            <a:custGeom>
              <a:avLst/>
              <a:gdLst/>
              <a:ahLst/>
              <a:cxnLst/>
              <a:rect l="l" t="t" r="r" b="b"/>
              <a:pathLst>
                <a:path w="4709159" h="1508760">
                  <a:moveTo>
                    <a:pt x="0" y="109732"/>
                  </a:moveTo>
                  <a:lnTo>
                    <a:pt x="8623" y="67019"/>
                  </a:lnTo>
                  <a:lnTo>
                    <a:pt x="32139" y="32139"/>
                  </a:lnTo>
                  <a:lnTo>
                    <a:pt x="67019" y="8623"/>
                  </a:lnTo>
                  <a:lnTo>
                    <a:pt x="109731" y="0"/>
                  </a:lnTo>
                  <a:lnTo>
                    <a:pt x="4599427" y="0"/>
                  </a:lnTo>
                  <a:lnTo>
                    <a:pt x="4641420" y="8352"/>
                  </a:lnTo>
                  <a:lnTo>
                    <a:pt x="4677019" y="32139"/>
                  </a:lnTo>
                  <a:lnTo>
                    <a:pt x="4700807" y="67739"/>
                  </a:lnTo>
                  <a:lnTo>
                    <a:pt x="4709159" y="109732"/>
                  </a:lnTo>
                  <a:lnTo>
                    <a:pt x="4709159" y="1399027"/>
                  </a:lnTo>
                  <a:lnTo>
                    <a:pt x="4700536" y="1441740"/>
                  </a:lnTo>
                  <a:lnTo>
                    <a:pt x="4677020" y="1476620"/>
                  </a:lnTo>
                  <a:lnTo>
                    <a:pt x="4642140" y="1500136"/>
                  </a:lnTo>
                  <a:lnTo>
                    <a:pt x="4599427" y="1508759"/>
                  </a:lnTo>
                  <a:lnTo>
                    <a:pt x="109731" y="1508759"/>
                  </a:lnTo>
                  <a:lnTo>
                    <a:pt x="67019" y="1500136"/>
                  </a:lnTo>
                  <a:lnTo>
                    <a:pt x="32139" y="1476620"/>
                  </a:lnTo>
                  <a:lnTo>
                    <a:pt x="8623" y="1441740"/>
                  </a:lnTo>
                  <a:lnTo>
                    <a:pt x="0" y="1399027"/>
                  </a:lnTo>
                  <a:lnTo>
                    <a:pt x="0" y="109732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211059" y="1756155"/>
            <a:ext cx="102806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6A3D"/>
                </a:solidFill>
                <a:latin typeface="Calibri"/>
                <a:cs typeface="Calibri"/>
              </a:rPr>
              <a:t>Beginner</a:t>
            </a:r>
            <a:r>
              <a:rPr dirty="0" sz="1300" spc="-40" b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6A3D"/>
                </a:solidFill>
                <a:latin typeface="Calibri"/>
                <a:cs typeface="Calibri"/>
              </a:rPr>
              <a:t>Level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6" name="object 36"/>
          <p:cNvSpPr txBox="1"/>
          <p:nvPr/>
        </p:nvSpPr>
        <p:spPr>
          <a:xfrm>
            <a:off x="7211059" y="2195068"/>
            <a:ext cx="398652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9100"/>
              </a:lnSpc>
              <a:spcBef>
                <a:spcPts val="100"/>
              </a:spcBef>
            </a:pP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Designed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to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be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fully</a:t>
            </a: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 completed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and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understood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by</a:t>
            </a: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a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student,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using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Spring</a:t>
            </a:r>
            <a:r>
              <a:rPr dirty="0" sz="115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Boot</a:t>
            </a:r>
            <a:r>
              <a:rPr dirty="0" sz="115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fundamentals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—</a:t>
            </a:r>
            <a:r>
              <a:rPr dirty="0" sz="115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MVC,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A8A8A8"/>
                </a:solidFill>
                <a:latin typeface="Calibri"/>
                <a:cs typeface="Calibri"/>
              </a:rPr>
              <a:t>JPA, </a:t>
            </a:r>
            <a:r>
              <a:rPr dirty="0" sz="1150">
                <a:solidFill>
                  <a:srgbClr val="A8A8A8"/>
                </a:solidFill>
                <a:latin typeface="Calibri"/>
                <a:cs typeface="Calibri"/>
              </a:rPr>
              <a:t>and</a:t>
            </a:r>
            <a:r>
              <a:rPr dirty="0" sz="11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Security.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pc="-40"/>
              <a:t>Technology</a:t>
            </a:r>
            <a:r>
              <a:rPr dirty="0" spc="-100"/>
              <a:t> </a:t>
            </a:r>
            <a:r>
              <a:rPr dirty="0" spc="-20"/>
              <a:t>Stack</a:t>
            </a: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Everything</a:t>
            </a:r>
            <a:r>
              <a:rPr dirty="0" sz="1400" spc="-4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used</a:t>
            </a:r>
            <a:r>
              <a:rPr dirty="0" sz="1400" spc="-4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to</a:t>
            </a:r>
            <a:r>
              <a:rPr dirty="0" sz="1400" spc="-4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build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and</a:t>
            </a:r>
            <a:r>
              <a:rPr dirty="0" sz="1400" spc="-4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test</a:t>
            </a:r>
            <a:r>
              <a:rPr dirty="0" sz="1400" spc="-4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the</a:t>
            </a:r>
            <a:r>
              <a:rPr dirty="0" sz="1400" spc="-4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2290" y="1593850"/>
            <a:ext cx="2637155" cy="1978660"/>
            <a:chOff x="542290" y="1593850"/>
            <a:chExt cx="2637155" cy="1978660"/>
          </a:xfrm>
        </p:grpSpPr>
        <p:sp>
          <p:nvSpPr>
            <p:cNvPr id="4" name="object 4"/>
            <p:cNvSpPr/>
            <p:nvPr/>
          </p:nvSpPr>
          <p:spPr>
            <a:xfrm>
              <a:off x="548640" y="1600200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5" h="1965960">
                  <a:moveTo>
                    <a:pt x="2514607" y="1965959"/>
                  </a:moveTo>
                  <a:lnTo>
                    <a:pt x="109720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20"/>
                  </a:ln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0" y="0"/>
                  </a:lnTo>
                  <a:lnTo>
                    <a:pt x="2514607" y="0"/>
                  </a:lnTo>
                  <a:lnTo>
                    <a:pt x="2556595" y="8351"/>
                  </a:lnTo>
                  <a:lnTo>
                    <a:pt x="2592191" y="32136"/>
                  </a:lnTo>
                  <a:lnTo>
                    <a:pt x="2615976" y="67732"/>
                  </a:lnTo>
                  <a:lnTo>
                    <a:pt x="2624327" y="109720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8640" y="1600200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5" h="1965960">
                  <a:moveTo>
                    <a:pt x="0" y="109720"/>
                  </a:move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0" y="0"/>
                  </a:lnTo>
                  <a:lnTo>
                    <a:pt x="2514607" y="0"/>
                  </a:lnTo>
                  <a:lnTo>
                    <a:pt x="2556595" y="8351"/>
                  </a:lnTo>
                  <a:lnTo>
                    <a:pt x="2592191" y="32136"/>
                  </a:lnTo>
                  <a:lnTo>
                    <a:pt x="2615976" y="67732"/>
                  </a:lnTo>
                  <a:lnTo>
                    <a:pt x="2624327" y="109720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lnTo>
                    <a:pt x="109720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20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95043" y="1856231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8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5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2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8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609" y="2031797"/>
              <a:ext cx="380389" cy="38038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600327" y="2761996"/>
            <a:ext cx="5207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Java</a:t>
            </a:r>
            <a:r>
              <a:rPr dirty="0" sz="1300" spc="-5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4F4F4"/>
                </a:solidFill>
                <a:latin typeface="Calibri"/>
                <a:cs typeface="Calibri"/>
              </a:rPr>
              <a:t>17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0673" y="3156711"/>
            <a:ext cx="7600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Core</a:t>
            </a:r>
            <a:r>
              <a:rPr dirty="0" sz="1000" spc="-5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language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31209" y="1593850"/>
            <a:ext cx="2637155" cy="1978660"/>
            <a:chOff x="3331209" y="1593850"/>
            <a:chExt cx="2637155" cy="1978660"/>
          </a:xfrm>
        </p:grpSpPr>
        <p:sp>
          <p:nvSpPr>
            <p:cNvPr id="11" name="object 11"/>
            <p:cNvSpPr/>
            <p:nvPr/>
          </p:nvSpPr>
          <p:spPr>
            <a:xfrm>
              <a:off x="3337559" y="1600200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2514607" y="1965959"/>
                  </a:moveTo>
                  <a:lnTo>
                    <a:pt x="109719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20"/>
                  </a:ln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19" y="0"/>
                  </a:lnTo>
                  <a:lnTo>
                    <a:pt x="2514607" y="0"/>
                  </a:lnTo>
                  <a:lnTo>
                    <a:pt x="2556595" y="8351"/>
                  </a:lnTo>
                  <a:lnTo>
                    <a:pt x="2592191" y="32136"/>
                  </a:lnTo>
                  <a:lnTo>
                    <a:pt x="2615975" y="67732"/>
                  </a:lnTo>
                  <a:lnTo>
                    <a:pt x="2624327" y="109720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37559" y="1600200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0" y="109720"/>
                  </a:move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19" y="0"/>
                  </a:lnTo>
                  <a:lnTo>
                    <a:pt x="2514607" y="0"/>
                  </a:lnTo>
                  <a:lnTo>
                    <a:pt x="2556595" y="8351"/>
                  </a:lnTo>
                  <a:lnTo>
                    <a:pt x="2592191" y="32136"/>
                  </a:lnTo>
                  <a:lnTo>
                    <a:pt x="2615975" y="67732"/>
                  </a:lnTo>
                  <a:lnTo>
                    <a:pt x="2624327" y="109720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lnTo>
                    <a:pt x="109719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20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283963" y="1856231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8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5"/>
                  </a:lnTo>
                  <a:lnTo>
                    <a:pt x="624391" y="107128"/>
                  </a:lnTo>
                  <a:lnTo>
                    <a:pt x="656144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2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8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39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9528" y="2031797"/>
              <a:ext cx="380390" cy="38038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238461" y="2761996"/>
            <a:ext cx="8223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Spring</a:t>
            </a:r>
            <a:r>
              <a:rPr dirty="0" sz="1300" spc="-6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F4F4F4"/>
                </a:solidFill>
                <a:latin typeface="Calibri"/>
                <a:cs typeface="Calibri"/>
              </a:rPr>
              <a:t>Boot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49507" y="3156711"/>
            <a:ext cx="12001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Application</a:t>
            </a:r>
            <a:r>
              <a:rPr dirty="0" sz="1000" spc="4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framework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20129" y="1593850"/>
            <a:ext cx="2637155" cy="1978660"/>
            <a:chOff x="6120129" y="1593850"/>
            <a:chExt cx="2637155" cy="1978660"/>
          </a:xfrm>
        </p:grpSpPr>
        <p:sp>
          <p:nvSpPr>
            <p:cNvPr id="18" name="object 18"/>
            <p:cNvSpPr/>
            <p:nvPr/>
          </p:nvSpPr>
          <p:spPr>
            <a:xfrm>
              <a:off x="6126479" y="1600200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2514607" y="1965959"/>
                  </a:moveTo>
                  <a:lnTo>
                    <a:pt x="109720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20"/>
                  </a:ln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0" y="0"/>
                  </a:lnTo>
                  <a:lnTo>
                    <a:pt x="2514607" y="0"/>
                  </a:lnTo>
                  <a:lnTo>
                    <a:pt x="2556595" y="8351"/>
                  </a:lnTo>
                  <a:lnTo>
                    <a:pt x="2592191" y="32136"/>
                  </a:lnTo>
                  <a:lnTo>
                    <a:pt x="2615975" y="67732"/>
                  </a:lnTo>
                  <a:lnTo>
                    <a:pt x="2624327" y="109720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26479" y="1600200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0" y="109720"/>
                  </a:move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0" y="0"/>
                  </a:lnTo>
                  <a:lnTo>
                    <a:pt x="2514607" y="0"/>
                  </a:lnTo>
                  <a:lnTo>
                    <a:pt x="2556595" y="8351"/>
                  </a:lnTo>
                  <a:lnTo>
                    <a:pt x="2592191" y="32136"/>
                  </a:lnTo>
                  <a:lnTo>
                    <a:pt x="2615975" y="67732"/>
                  </a:lnTo>
                  <a:lnTo>
                    <a:pt x="2624327" y="109720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lnTo>
                    <a:pt x="109720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20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072884" y="1856231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699" y="720349"/>
                  </a:lnTo>
                  <a:lnTo>
                    <a:pt x="233563" y="706900"/>
                  </a:lnTo>
                  <a:lnTo>
                    <a:pt x="193813" y="688665"/>
                  </a:lnTo>
                  <a:lnTo>
                    <a:pt x="156793" y="665988"/>
                  </a:lnTo>
                  <a:lnTo>
                    <a:pt x="122843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3" y="92309"/>
                  </a:lnTo>
                  <a:lnTo>
                    <a:pt x="156793" y="65531"/>
                  </a:lnTo>
                  <a:lnTo>
                    <a:pt x="193813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2" y="12531"/>
                  </a:lnTo>
                  <a:lnTo>
                    <a:pt x="505729" y="27841"/>
                  </a:lnTo>
                  <a:lnTo>
                    <a:pt x="548408" y="48868"/>
                  </a:lnTo>
                  <a:lnTo>
                    <a:pt x="588152" y="75375"/>
                  </a:lnTo>
                  <a:lnTo>
                    <a:pt x="624390" y="107128"/>
                  </a:lnTo>
                  <a:lnTo>
                    <a:pt x="656143" y="143367"/>
                  </a:lnTo>
                  <a:lnTo>
                    <a:pt x="682650" y="183110"/>
                  </a:lnTo>
                  <a:lnTo>
                    <a:pt x="703677" y="225789"/>
                  </a:lnTo>
                  <a:lnTo>
                    <a:pt x="718988" y="270836"/>
                  </a:lnTo>
                  <a:lnTo>
                    <a:pt x="728347" y="317682"/>
                  </a:lnTo>
                  <a:lnTo>
                    <a:pt x="731519" y="365759"/>
                  </a:lnTo>
                  <a:lnTo>
                    <a:pt x="728669" y="411640"/>
                  </a:lnTo>
                  <a:lnTo>
                    <a:pt x="720348" y="455819"/>
                  </a:lnTo>
                  <a:lnTo>
                    <a:pt x="706899" y="497955"/>
                  </a:lnTo>
                  <a:lnTo>
                    <a:pt x="688664" y="537705"/>
                  </a:lnTo>
                  <a:lnTo>
                    <a:pt x="665987" y="574726"/>
                  </a:lnTo>
                  <a:lnTo>
                    <a:pt x="639209" y="608675"/>
                  </a:lnTo>
                  <a:lnTo>
                    <a:pt x="608675" y="639210"/>
                  </a:lnTo>
                  <a:lnTo>
                    <a:pt x="574725" y="665988"/>
                  </a:lnTo>
                  <a:lnTo>
                    <a:pt x="537704" y="688665"/>
                  </a:lnTo>
                  <a:lnTo>
                    <a:pt x="497955" y="706900"/>
                  </a:lnTo>
                  <a:lnTo>
                    <a:pt x="455818" y="720349"/>
                  </a:lnTo>
                  <a:lnTo>
                    <a:pt x="411639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8449" y="2031797"/>
              <a:ext cx="380389" cy="38038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027703" y="2761996"/>
            <a:ext cx="8223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Spring</a:t>
            </a:r>
            <a:r>
              <a:rPr dirty="0" sz="1300" spc="-6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4F4F4"/>
                </a:solidFill>
                <a:latin typeface="Calibri"/>
                <a:cs typeface="Calibri"/>
              </a:rPr>
              <a:t>MVC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67054" y="3156711"/>
            <a:ext cx="5435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Web</a:t>
            </a:r>
            <a:r>
              <a:rPr dirty="0" sz="10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layer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909050" y="1593850"/>
            <a:ext cx="2637155" cy="1978660"/>
            <a:chOff x="8909050" y="1593850"/>
            <a:chExt cx="2637155" cy="1978660"/>
          </a:xfrm>
        </p:grpSpPr>
        <p:sp>
          <p:nvSpPr>
            <p:cNvPr id="25" name="object 25"/>
            <p:cNvSpPr/>
            <p:nvPr/>
          </p:nvSpPr>
          <p:spPr>
            <a:xfrm>
              <a:off x="8915400" y="1600200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2514607" y="1965959"/>
                  </a:moveTo>
                  <a:lnTo>
                    <a:pt x="109719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20"/>
                  </a:ln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19" y="0"/>
                  </a:lnTo>
                  <a:lnTo>
                    <a:pt x="2514607" y="0"/>
                  </a:lnTo>
                  <a:lnTo>
                    <a:pt x="2556595" y="8351"/>
                  </a:lnTo>
                  <a:lnTo>
                    <a:pt x="2592191" y="32136"/>
                  </a:lnTo>
                  <a:lnTo>
                    <a:pt x="2615975" y="67732"/>
                  </a:lnTo>
                  <a:lnTo>
                    <a:pt x="2624327" y="109720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915400" y="1600200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0" y="109720"/>
                  </a:move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19" y="0"/>
                  </a:lnTo>
                  <a:lnTo>
                    <a:pt x="2514607" y="0"/>
                  </a:lnTo>
                  <a:lnTo>
                    <a:pt x="2556595" y="8351"/>
                  </a:lnTo>
                  <a:lnTo>
                    <a:pt x="2592191" y="32136"/>
                  </a:lnTo>
                  <a:lnTo>
                    <a:pt x="2615975" y="67732"/>
                  </a:lnTo>
                  <a:lnTo>
                    <a:pt x="2624327" y="109720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lnTo>
                    <a:pt x="109719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20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861803" y="1856231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8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5"/>
                  </a:lnTo>
                  <a:lnTo>
                    <a:pt x="624390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9" y="270836"/>
                  </a:lnTo>
                  <a:lnTo>
                    <a:pt x="728348" y="317682"/>
                  </a:lnTo>
                  <a:lnTo>
                    <a:pt x="731520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6" y="639210"/>
                  </a:lnTo>
                  <a:lnTo>
                    <a:pt x="574726" y="665988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7369" y="2031797"/>
              <a:ext cx="380390" cy="38038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9685060" y="2761996"/>
            <a:ext cx="108521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Spring</a:t>
            </a:r>
            <a:r>
              <a:rPr dirty="0" sz="1300" spc="-6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Data</a:t>
            </a:r>
            <a:r>
              <a:rPr dirty="0" sz="1300" spc="-6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4F4F4"/>
                </a:solidFill>
                <a:latin typeface="Calibri"/>
                <a:cs typeface="Calibri"/>
              </a:rPr>
              <a:t>JPA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783464" y="3156711"/>
            <a:ext cx="8883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Persistence</a:t>
            </a:r>
            <a:r>
              <a:rPr dirty="0" sz="100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layer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2290" y="3788409"/>
            <a:ext cx="2637155" cy="1978660"/>
            <a:chOff x="542290" y="3788409"/>
            <a:chExt cx="2637155" cy="1978660"/>
          </a:xfrm>
        </p:grpSpPr>
        <p:sp>
          <p:nvSpPr>
            <p:cNvPr id="32" name="object 32"/>
            <p:cNvSpPr/>
            <p:nvPr/>
          </p:nvSpPr>
          <p:spPr>
            <a:xfrm>
              <a:off x="548640" y="3794759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5" h="1965960">
                  <a:moveTo>
                    <a:pt x="2514607" y="1965959"/>
                  </a:moveTo>
                  <a:lnTo>
                    <a:pt x="109720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19"/>
                  </a:ln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0" y="0"/>
                  </a:lnTo>
                  <a:lnTo>
                    <a:pt x="2514607" y="0"/>
                  </a:lnTo>
                  <a:lnTo>
                    <a:pt x="2556595" y="8352"/>
                  </a:lnTo>
                  <a:lnTo>
                    <a:pt x="2592191" y="32136"/>
                  </a:lnTo>
                  <a:lnTo>
                    <a:pt x="2615976" y="67731"/>
                  </a:lnTo>
                  <a:lnTo>
                    <a:pt x="2624327" y="109719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48640" y="3794759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5" h="1965960">
                  <a:moveTo>
                    <a:pt x="0" y="109719"/>
                  </a:move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0" y="0"/>
                  </a:lnTo>
                  <a:lnTo>
                    <a:pt x="2514607" y="0"/>
                  </a:lnTo>
                  <a:lnTo>
                    <a:pt x="2556595" y="8352"/>
                  </a:lnTo>
                  <a:lnTo>
                    <a:pt x="2592191" y="32136"/>
                  </a:lnTo>
                  <a:lnTo>
                    <a:pt x="2615976" y="67731"/>
                  </a:lnTo>
                  <a:lnTo>
                    <a:pt x="2624327" y="109719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lnTo>
                    <a:pt x="109720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1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495043" y="4050792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759" y="731519"/>
                  </a:moveTo>
                  <a:lnTo>
                    <a:pt x="319879" y="728669"/>
                  </a:lnTo>
                  <a:lnTo>
                    <a:pt x="275700" y="720349"/>
                  </a:lnTo>
                  <a:lnTo>
                    <a:pt x="233564" y="706899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39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5"/>
                  </a:lnTo>
                  <a:lnTo>
                    <a:pt x="624391" y="107128"/>
                  </a:lnTo>
                  <a:lnTo>
                    <a:pt x="656143" y="143366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2"/>
                  </a:lnTo>
                  <a:lnTo>
                    <a:pt x="731519" y="365759"/>
                  </a:lnTo>
                  <a:lnTo>
                    <a:pt x="728670" y="411639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899"/>
                  </a:lnTo>
                  <a:lnTo>
                    <a:pt x="455819" y="720349"/>
                  </a:lnTo>
                  <a:lnTo>
                    <a:pt x="411640" y="728669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609" y="4226356"/>
              <a:ext cx="380389" cy="38038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628171" y="4956555"/>
            <a:ext cx="4654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4F4F4"/>
                </a:solidFill>
                <a:latin typeface="Calibri"/>
                <a:cs typeface="Calibri"/>
              </a:rPr>
              <a:t>SQLite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99515" y="5351272"/>
            <a:ext cx="11220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Lightweight database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331209" y="3788409"/>
            <a:ext cx="2637155" cy="1978660"/>
            <a:chOff x="3331209" y="3788409"/>
            <a:chExt cx="2637155" cy="1978660"/>
          </a:xfrm>
        </p:grpSpPr>
        <p:sp>
          <p:nvSpPr>
            <p:cNvPr id="39" name="object 39"/>
            <p:cNvSpPr/>
            <p:nvPr/>
          </p:nvSpPr>
          <p:spPr>
            <a:xfrm>
              <a:off x="3337559" y="3794759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2514607" y="1965959"/>
                  </a:moveTo>
                  <a:lnTo>
                    <a:pt x="109719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19"/>
                  </a:ln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19" y="0"/>
                  </a:lnTo>
                  <a:lnTo>
                    <a:pt x="2514607" y="0"/>
                  </a:lnTo>
                  <a:lnTo>
                    <a:pt x="2556595" y="8352"/>
                  </a:lnTo>
                  <a:lnTo>
                    <a:pt x="2592191" y="32136"/>
                  </a:lnTo>
                  <a:lnTo>
                    <a:pt x="2615975" y="67731"/>
                  </a:lnTo>
                  <a:lnTo>
                    <a:pt x="2624327" y="109719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337559" y="3794759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0" y="109719"/>
                  </a:move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19" y="0"/>
                  </a:lnTo>
                  <a:lnTo>
                    <a:pt x="2514607" y="0"/>
                  </a:lnTo>
                  <a:lnTo>
                    <a:pt x="2556595" y="8352"/>
                  </a:lnTo>
                  <a:lnTo>
                    <a:pt x="2592191" y="32136"/>
                  </a:lnTo>
                  <a:lnTo>
                    <a:pt x="2615975" y="67731"/>
                  </a:lnTo>
                  <a:lnTo>
                    <a:pt x="2624327" y="109719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lnTo>
                    <a:pt x="109719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1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283963" y="4050792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59" y="731519"/>
                  </a:moveTo>
                  <a:lnTo>
                    <a:pt x="319879" y="728669"/>
                  </a:lnTo>
                  <a:lnTo>
                    <a:pt x="275700" y="720349"/>
                  </a:lnTo>
                  <a:lnTo>
                    <a:pt x="233564" y="706899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39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5"/>
                  </a:lnTo>
                  <a:lnTo>
                    <a:pt x="624391" y="107128"/>
                  </a:lnTo>
                  <a:lnTo>
                    <a:pt x="656144" y="143366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2"/>
                  </a:lnTo>
                  <a:lnTo>
                    <a:pt x="731519" y="365759"/>
                  </a:lnTo>
                  <a:lnTo>
                    <a:pt x="728670" y="411639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899"/>
                  </a:lnTo>
                  <a:lnTo>
                    <a:pt x="455819" y="720349"/>
                  </a:lnTo>
                  <a:lnTo>
                    <a:pt x="411639" y="728669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9528" y="4226356"/>
              <a:ext cx="380390" cy="380389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4019858" y="4956555"/>
            <a:ext cx="12585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HTML5</a:t>
            </a:r>
            <a:r>
              <a:rPr dirty="0" sz="1300" spc="-3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/</a:t>
            </a:r>
            <a:r>
              <a:rPr dirty="0" sz="1300" spc="-2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CSS3</a:t>
            </a:r>
            <a:r>
              <a:rPr dirty="0" sz="1300" spc="-2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4F4F4"/>
                </a:solidFill>
                <a:latin typeface="Calibri"/>
                <a:cs typeface="Calibri"/>
              </a:rPr>
              <a:t>/</a:t>
            </a:r>
            <a:r>
              <a:rPr dirty="0" sz="1300" spc="-25" b="1">
                <a:solidFill>
                  <a:srgbClr val="F4F4F4"/>
                </a:solidFill>
                <a:latin typeface="Calibri"/>
                <a:cs typeface="Calibri"/>
              </a:rPr>
              <a:t> JS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63192" y="5351272"/>
            <a:ext cx="972819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Frontend</a:t>
            </a:r>
            <a:r>
              <a:rPr dirty="0" sz="100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&amp;</a:t>
            </a:r>
            <a:r>
              <a:rPr dirty="0" sz="100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styling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120129" y="3788409"/>
            <a:ext cx="2637155" cy="1978660"/>
            <a:chOff x="6120129" y="3788409"/>
            <a:chExt cx="2637155" cy="1978660"/>
          </a:xfrm>
        </p:grpSpPr>
        <p:sp>
          <p:nvSpPr>
            <p:cNvPr id="46" name="object 46"/>
            <p:cNvSpPr/>
            <p:nvPr/>
          </p:nvSpPr>
          <p:spPr>
            <a:xfrm>
              <a:off x="6126479" y="3794759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2514607" y="1965959"/>
                  </a:moveTo>
                  <a:lnTo>
                    <a:pt x="109720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19"/>
                  </a:ln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0" y="0"/>
                  </a:lnTo>
                  <a:lnTo>
                    <a:pt x="2514607" y="0"/>
                  </a:lnTo>
                  <a:lnTo>
                    <a:pt x="2556595" y="8352"/>
                  </a:lnTo>
                  <a:lnTo>
                    <a:pt x="2592191" y="32136"/>
                  </a:lnTo>
                  <a:lnTo>
                    <a:pt x="2615975" y="67731"/>
                  </a:lnTo>
                  <a:lnTo>
                    <a:pt x="2624327" y="109719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126479" y="3794759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0" y="109719"/>
                  </a:move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0" y="0"/>
                  </a:lnTo>
                  <a:lnTo>
                    <a:pt x="2514607" y="0"/>
                  </a:lnTo>
                  <a:lnTo>
                    <a:pt x="2556595" y="8352"/>
                  </a:lnTo>
                  <a:lnTo>
                    <a:pt x="2592191" y="32136"/>
                  </a:lnTo>
                  <a:lnTo>
                    <a:pt x="2615975" y="67731"/>
                  </a:lnTo>
                  <a:lnTo>
                    <a:pt x="2624327" y="109719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lnTo>
                    <a:pt x="109720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1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072884" y="4050792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59" y="731519"/>
                  </a:moveTo>
                  <a:lnTo>
                    <a:pt x="319879" y="728669"/>
                  </a:lnTo>
                  <a:lnTo>
                    <a:pt x="275699" y="720349"/>
                  </a:lnTo>
                  <a:lnTo>
                    <a:pt x="233563" y="706899"/>
                  </a:lnTo>
                  <a:lnTo>
                    <a:pt x="193813" y="688665"/>
                  </a:lnTo>
                  <a:lnTo>
                    <a:pt x="156793" y="665987"/>
                  </a:lnTo>
                  <a:lnTo>
                    <a:pt x="122843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39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3" y="92309"/>
                  </a:lnTo>
                  <a:lnTo>
                    <a:pt x="156793" y="65531"/>
                  </a:lnTo>
                  <a:lnTo>
                    <a:pt x="193813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2" y="12531"/>
                  </a:lnTo>
                  <a:lnTo>
                    <a:pt x="505729" y="27841"/>
                  </a:lnTo>
                  <a:lnTo>
                    <a:pt x="548408" y="48868"/>
                  </a:lnTo>
                  <a:lnTo>
                    <a:pt x="588152" y="75375"/>
                  </a:lnTo>
                  <a:lnTo>
                    <a:pt x="624390" y="107128"/>
                  </a:lnTo>
                  <a:lnTo>
                    <a:pt x="656143" y="143366"/>
                  </a:lnTo>
                  <a:lnTo>
                    <a:pt x="682650" y="183110"/>
                  </a:lnTo>
                  <a:lnTo>
                    <a:pt x="703677" y="225789"/>
                  </a:lnTo>
                  <a:lnTo>
                    <a:pt x="718988" y="270836"/>
                  </a:lnTo>
                  <a:lnTo>
                    <a:pt x="728347" y="317682"/>
                  </a:lnTo>
                  <a:lnTo>
                    <a:pt x="731519" y="365759"/>
                  </a:lnTo>
                  <a:lnTo>
                    <a:pt x="728669" y="411639"/>
                  </a:lnTo>
                  <a:lnTo>
                    <a:pt x="720348" y="455819"/>
                  </a:lnTo>
                  <a:lnTo>
                    <a:pt x="706899" y="497955"/>
                  </a:lnTo>
                  <a:lnTo>
                    <a:pt x="688664" y="537705"/>
                  </a:lnTo>
                  <a:lnTo>
                    <a:pt x="665987" y="574726"/>
                  </a:lnTo>
                  <a:lnTo>
                    <a:pt x="639209" y="608675"/>
                  </a:lnTo>
                  <a:lnTo>
                    <a:pt x="608675" y="639210"/>
                  </a:lnTo>
                  <a:lnTo>
                    <a:pt x="574725" y="665987"/>
                  </a:lnTo>
                  <a:lnTo>
                    <a:pt x="537704" y="688665"/>
                  </a:lnTo>
                  <a:lnTo>
                    <a:pt x="497955" y="706899"/>
                  </a:lnTo>
                  <a:lnTo>
                    <a:pt x="455818" y="720349"/>
                  </a:lnTo>
                  <a:lnTo>
                    <a:pt x="411639" y="728669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8449" y="4226356"/>
              <a:ext cx="380389" cy="38038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7190135" y="4956555"/>
            <a:ext cx="4972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4F4F4"/>
                </a:solidFill>
                <a:latin typeface="Calibri"/>
                <a:cs typeface="Calibri"/>
              </a:rPr>
              <a:t>Maven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64275" y="5351272"/>
            <a:ext cx="11487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Build</a:t>
            </a:r>
            <a:r>
              <a:rPr dirty="0" sz="100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&amp;</a:t>
            </a:r>
            <a:r>
              <a:rPr dirty="0" sz="100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dependencies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909050" y="3788409"/>
            <a:ext cx="2637155" cy="1978660"/>
            <a:chOff x="8909050" y="3788409"/>
            <a:chExt cx="2637155" cy="1978660"/>
          </a:xfrm>
        </p:grpSpPr>
        <p:sp>
          <p:nvSpPr>
            <p:cNvPr id="53" name="object 53"/>
            <p:cNvSpPr/>
            <p:nvPr/>
          </p:nvSpPr>
          <p:spPr>
            <a:xfrm>
              <a:off x="8915400" y="3794759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2514607" y="1965959"/>
                  </a:moveTo>
                  <a:lnTo>
                    <a:pt x="109719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19"/>
                  </a:ln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19" y="0"/>
                  </a:lnTo>
                  <a:lnTo>
                    <a:pt x="2514607" y="0"/>
                  </a:lnTo>
                  <a:lnTo>
                    <a:pt x="2556595" y="8352"/>
                  </a:lnTo>
                  <a:lnTo>
                    <a:pt x="2592191" y="32136"/>
                  </a:lnTo>
                  <a:lnTo>
                    <a:pt x="2615975" y="67731"/>
                  </a:lnTo>
                  <a:lnTo>
                    <a:pt x="2624327" y="109719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915400" y="3794759"/>
              <a:ext cx="2624455" cy="1965960"/>
            </a:xfrm>
            <a:custGeom>
              <a:avLst/>
              <a:gdLst/>
              <a:ahLst/>
              <a:cxnLst/>
              <a:rect l="l" t="t" r="r" b="b"/>
              <a:pathLst>
                <a:path w="2624454" h="1965960">
                  <a:moveTo>
                    <a:pt x="0" y="109719"/>
                  </a:move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19" y="0"/>
                  </a:lnTo>
                  <a:lnTo>
                    <a:pt x="2514607" y="0"/>
                  </a:lnTo>
                  <a:lnTo>
                    <a:pt x="2556595" y="8352"/>
                  </a:lnTo>
                  <a:lnTo>
                    <a:pt x="2592191" y="32136"/>
                  </a:lnTo>
                  <a:lnTo>
                    <a:pt x="2615975" y="67731"/>
                  </a:lnTo>
                  <a:lnTo>
                    <a:pt x="2624327" y="109719"/>
                  </a:lnTo>
                  <a:lnTo>
                    <a:pt x="2624327" y="1856239"/>
                  </a:lnTo>
                  <a:lnTo>
                    <a:pt x="2615705" y="1898947"/>
                  </a:lnTo>
                  <a:lnTo>
                    <a:pt x="2592191" y="1933823"/>
                  </a:lnTo>
                  <a:lnTo>
                    <a:pt x="2557315" y="1957337"/>
                  </a:lnTo>
                  <a:lnTo>
                    <a:pt x="2514607" y="1965959"/>
                  </a:lnTo>
                  <a:lnTo>
                    <a:pt x="109719" y="1965959"/>
                  </a:lnTo>
                  <a:lnTo>
                    <a:pt x="67012" y="1957337"/>
                  </a:lnTo>
                  <a:lnTo>
                    <a:pt x="32136" y="1933823"/>
                  </a:lnTo>
                  <a:lnTo>
                    <a:pt x="8622" y="1898947"/>
                  </a:lnTo>
                  <a:lnTo>
                    <a:pt x="0" y="1856239"/>
                  </a:lnTo>
                  <a:lnTo>
                    <a:pt x="0" y="10971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861803" y="4050792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59" y="731519"/>
                  </a:moveTo>
                  <a:lnTo>
                    <a:pt x="319879" y="728669"/>
                  </a:lnTo>
                  <a:lnTo>
                    <a:pt x="275700" y="720349"/>
                  </a:lnTo>
                  <a:lnTo>
                    <a:pt x="233564" y="706899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39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5"/>
                  </a:lnTo>
                  <a:lnTo>
                    <a:pt x="624390" y="107128"/>
                  </a:lnTo>
                  <a:lnTo>
                    <a:pt x="656143" y="143366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9" y="270836"/>
                  </a:lnTo>
                  <a:lnTo>
                    <a:pt x="728348" y="317682"/>
                  </a:lnTo>
                  <a:lnTo>
                    <a:pt x="731520" y="365759"/>
                  </a:lnTo>
                  <a:lnTo>
                    <a:pt x="728670" y="411639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6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899"/>
                  </a:lnTo>
                  <a:lnTo>
                    <a:pt x="455819" y="720349"/>
                  </a:lnTo>
                  <a:lnTo>
                    <a:pt x="411640" y="728669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37369" y="4226356"/>
              <a:ext cx="380390" cy="380389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9915146" y="4956555"/>
            <a:ext cx="62484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4F4F4"/>
                </a:solidFill>
                <a:latin typeface="Calibri"/>
                <a:cs typeface="Calibri"/>
              </a:rPr>
              <a:t>Postman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58" name="object 58"/>
          <p:cNvSpPr txBox="1"/>
          <p:nvPr/>
        </p:nvSpPr>
        <p:spPr>
          <a:xfrm>
            <a:off x="9939671" y="5351272"/>
            <a:ext cx="5753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API</a:t>
            </a:r>
            <a:r>
              <a:rPr dirty="0" sz="100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testing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pc="-35"/>
              <a:t>Website</a:t>
            </a:r>
            <a:r>
              <a:rPr dirty="0" spc="-114"/>
              <a:t> </a:t>
            </a:r>
            <a:r>
              <a:rPr dirty="0" spc="-20"/>
              <a:t>Flow</a:t>
            </a: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The</a:t>
            </a:r>
            <a:r>
              <a:rPr dirty="0" sz="1400" spc="-4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complete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customer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journey,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start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to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finish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0850" y="2142489"/>
            <a:ext cx="1612900" cy="2298700"/>
            <a:chOff x="450850" y="2142489"/>
            <a:chExt cx="1612900" cy="2298700"/>
          </a:xfrm>
        </p:grpSpPr>
        <p:sp>
          <p:nvSpPr>
            <p:cNvPr id="4" name="object 4"/>
            <p:cNvSpPr/>
            <p:nvPr/>
          </p:nvSpPr>
          <p:spPr>
            <a:xfrm>
              <a:off x="457200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1490474" y="2285999"/>
                  </a:moveTo>
                  <a:lnTo>
                    <a:pt x="109725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1490474" y="0"/>
                  </a:lnTo>
                  <a:lnTo>
                    <a:pt x="1532464" y="8352"/>
                  </a:lnTo>
                  <a:lnTo>
                    <a:pt x="1568062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2" y="2253862"/>
                  </a:lnTo>
                  <a:lnTo>
                    <a:pt x="1533184" y="2277377"/>
                  </a:lnTo>
                  <a:lnTo>
                    <a:pt x="1490474" y="22859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0" y="109725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1490474" y="0"/>
                  </a:lnTo>
                  <a:lnTo>
                    <a:pt x="1532464" y="8352"/>
                  </a:lnTo>
                  <a:lnTo>
                    <a:pt x="1568062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2" y="2253862"/>
                  </a:lnTo>
                  <a:lnTo>
                    <a:pt x="1533184" y="2277377"/>
                  </a:lnTo>
                  <a:lnTo>
                    <a:pt x="1490474" y="2285999"/>
                  </a:lnTo>
                  <a:lnTo>
                    <a:pt x="109725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91540" y="24231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7105" y="2598725"/>
              <a:ext cx="380389" cy="38038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47448" y="3318510"/>
            <a:ext cx="419734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 b="1">
                <a:solidFill>
                  <a:srgbClr val="F4F4F4"/>
                </a:solidFill>
                <a:latin typeface="Calibri"/>
                <a:cs typeface="Calibri"/>
              </a:rPr>
              <a:t>Home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00200" y="189280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79" y="365759"/>
                </a:move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2"/>
                </a:lnTo>
                <a:lnTo>
                  <a:pt x="6532" y="231496"/>
                </a:lnTo>
                <a:lnTo>
                  <a:pt x="0" y="182879"/>
                </a:ln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79" y="0"/>
                </a:lnTo>
                <a:lnTo>
                  <a:pt x="218724" y="3546"/>
                </a:lnTo>
                <a:lnTo>
                  <a:pt x="284341" y="30725"/>
                </a:lnTo>
                <a:lnTo>
                  <a:pt x="335034" y="81418"/>
                </a:lnTo>
                <a:lnTo>
                  <a:pt x="362213" y="147035"/>
                </a:lnTo>
                <a:lnTo>
                  <a:pt x="365759" y="182879"/>
                </a:lnTo>
                <a:lnTo>
                  <a:pt x="359227" y="231496"/>
                </a:lnTo>
                <a:lnTo>
                  <a:pt x="340791" y="275182"/>
                </a:lnTo>
                <a:lnTo>
                  <a:pt x="312195" y="312195"/>
                </a:lnTo>
                <a:lnTo>
                  <a:pt x="275182" y="340791"/>
                </a:lnTo>
                <a:lnTo>
                  <a:pt x="231496" y="359227"/>
                </a:lnTo>
                <a:lnTo>
                  <a:pt x="182879" y="365759"/>
                </a:lnTo>
                <a:close/>
              </a:path>
            </a:pathLst>
          </a:custGeom>
          <a:solidFill>
            <a:srgbClr val="FF6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731759" y="196545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121212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2359" y="3100323"/>
            <a:ext cx="3048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6A3D"/>
                </a:solidFill>
                <a:latin typeface="Arial"/>
                <a:cs typeface="Arial"/>
              </a:rPr>
              <a:t>→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85720" y="2142489"/>
            <a:ext cx="1612900" cy="2298700"/>
            <a:chOff x="2385720" y="2142489"/>
            <a:chExt cx="1612900" cy="2298700"/>
          </a:xfrm>
        </p:grpSpPr>
        <p:sp>
          <p:nvSpPr>
            <p:cNvPr id="13" name="object 13"/>
            <p:cNvSpPr/>
            <p:nvPr/>
          </p:nvSpPr>
          <p:spPr>
            <a:xfrm>
              <a:off x="2392070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1490474" y="2285999"/>
                  </a:moveTo>
                  <a:lnTo>
                    <a:pt x="109725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1490474" y="0"/>
                  </a:lnTo>
                  <a:lnTo>
                    <a:pt x="1532464" y="8352"/>
                  </a:lnTo>
                  <a:lnTo>
                    <a:pt x="1568061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2" y="2253862"/>
                  </a:lnTo>
                  <a:lnTo>
                    <a:pt x="1533184" y="2277377"/>
                  </a:lnTo>
                  <a:lnTo>
                    <a:pt x="1490474" y="22859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92070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0" y="109725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1490474" y="0"/>
                  </a:lnTo>
                  <a:lnTo>
                    <a:pt x="1532464" y="8352"/>
                  </a:lnTo>
                  <a:lnTo>
                    <a:pt x="1568061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2" y="2253862"/>
                  </a:lnTo>
                  <a:lnTo>
                    <a:pt x="1533184" y="2277377"/>
                  </a:lnTo>
                  <a:lnTo>
                    <a:pt x="1490474" y="2285999"/>
                  </a:lnTo>
                  <a:lnTo>
                    <a:pt x="109725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826410" y="24231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3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1975" y="2598725"/>
              <a:ext cx="380389" cy="38038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861511" y="3318510"/>
            <a:ext cx="6610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100"/>
              </a:spcBef>
            </a:pPr>
            <a:r>
              <a:rPr dirty="0" sz="1250" spc="-10" b="1">
                <a:solidFill>
                  <a:srgbClr val="F4F4F4"/>
                </a:solidFill>
                <a:latin typeface="Calibri"/>
                <a:cs typeface="Calibri"/>
              </a:rPr>
              <a:t>Register</a:t>
            </a:r>
            <a:r>
              <a:rPr dirty="0" sz="1250" spc="-2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250" spc="-50" b="1">
                <a:solidFill>
                  <a:srgbClr val="F4F4F4"/>
                </a:solidFill>
                <a:latin typeface="Calibri"/>
                <a:cs typeface="Calibri"/>
              </a:rPr>
              <a:t>/ </a:t>
            </a:r>
            <a:r>
              <a:rPr dirty="0" sz="1250" spc="-10" b="1">
                <a:solidFill>
                  <a:srgbClr val="F4F4F4"/>
                </a:solidFill>
                <a:latin typeface="Calibri"/>
                <a:cs typeface="Calibri"/>
              </a:rPr>
              <a:t>Login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35069" y="189280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79" y="365759"/>
                </a:move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2"/>
                </a:lnTo>
                <a:lnTo>
                  <a:pt x="6532" y="231496"/>
                </a:lnTo>
                <a:lnTo>
                  <a:pt x="0" y="182879"/>
                </a:ln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79" y="0"/>
                </a:lnTo>
                <a:lnTo>
                  <a:pt x="218724" y="3546"/>
                </a:lnTo>
                <a:lnTo>
                  <a:pt x="284341" y="30725"/>
                </a:lnTo>
                <a:lnTo>
                  <a:pt x="335033" y="81418"/>
                </a:lnTo>
                <a:lnTo>
                  <a:pt x="362213" y="147035"/>
                </a:lnTo>
                <a:lnTo>
                  <a:pt x="365759" y="182879"/>
                </a:lnTo>
                <a:lnTo>
                  <a:pt x="359227" y="231496"/>
                </a:lnTo>
                <a:lnTo>
                  <a:pt x="340791" y="275182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79" y="365759"/>
                </a:lnTo>
                <a:close/>
              </a:path>
            </a:pathLst>
          </a:custGeom>
          <a:solidFill>
            <a:srgbClr val="FF6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666629" y="196545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121212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07230" y="3100323"/>
            <a:ext cx="3048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6A3D"/>
                </a:solidFill>
                <a:latin typeface="Arial"/>
                <a:cs typeface="Arial"/>
              </a:rPr>
              <a:t>→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20590" y="2142489"/>
            <a:ext cx="1612900" cy="2298700"/>
            <a:chOff x="4320590" y="2142489"/>
            <a:chExt cx="1612900" cy="2298700"/>
          </a:xfrm>
        </p:grpSpPr>
        <p:sp>
          <p:nvSpPr>
            <p:cNvPr id="22" name="object 22"/>
            <p:cNvSpPr/>
            <p:nvPr/>
          </p:nvSpPr>
          <p:spPr>
            <a:xfrm>
              <a:off x="4326940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1490474" y="2285999"/>
                  </a:moveTo>
                  <a:lnTo>
                    <a:pt x="109725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1490474" y="0"/>
                  </a:lnTo>
                  <a:lnTo>
                    <a:pt x="1532464" y="8352"/>
                  </a:lnTo>
                  <a:lnTo>
                    <a:pt x="1568061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2" y="2253862"/>
                  </a:lnTo>
                  <a:lnTo>
                    <a:pt x="1533184" y="2277377"/>
                  </a:lnTo>
                  <a:lnTo>
                    <a:pt x="1490474" y="22859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326940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0" y="109725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1490474" y="0"/>
                  </a:lnTo>
                  <a:lnTo>
                    <a:pt x="1532464" y="8352"/>
                  </a:lnTo>
                  <a:lnTo>
                    <a:pt x="1568061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2" y="2253862"/>
                  </a:lnTo>
                  <a:lnTo>
                    <a:pt x="1533184" y="2277377"/>
                  </a:lnTo>
                  <a:lnTo>
                    <a:pt x="1490474" y="2285999"/>
                  </a:lnTo>
                  <a:lnTo>
                    <a:pt x="109725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761280" y="24231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731519"/>
                  </a:moveTo>
                  <a:lnTo>
                    <a:pt x="319880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80" y="2849"/>
                  </a:lnTo>
                  <a:lnTo>
                    <a:pt x="365760" y="0"/>
                  </a:lnTo>
                  <a:lnTo>
                    <a:pt x="413837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3" y="75376"/>
                  </a:lnTo>
                  <a:lnTo>
                    <a:pt x="624391" y="107128"/>
                  </a:lnTo>
                  <a:lnTo>
                    <a:pt x="656144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9" y="270836"/>
                  </a:lnTo>
                  <a:lnTo>
                    <a:pt x="728348" y="317683"/>
                  </a:lnTo>
                  <a:lnTo>
                    <a:pt x="731520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6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60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6846" y="2598725"/>
              <a:ext cx="380389" cy="38038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845264" y="3318510"/>
            <a:ext cx="5632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100"/>
              </a:spcBef>
            </a:pPr>
            <a:r>
              <a:rPr dirty="0" sz="1250" spc="-20" b="1">
                <a:solidFill>
                  <a:srgbClr val="F4F4F4"/>
                </a:solidFill>
                <a:latin typeface="Calibri"/>
                <a:cs typeface="Calibri"/>
              </a:rPr>
              <a:t>View Vehicles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469940" y="189280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79" y="365759"/>
                </a:move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2"/>
                </a:lnTo>
                <a:lnTo>
                  <a:pt x="6532" y="231496"/>
                </a:lnTo>
                <a:lnTo>
                  <a:pt x="0" y="182879"/>
                </a:ln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79" y="0"/>
                </a:lnTo>
                <a:lnTo>
                  <a:pt x="218724" y="3546"/>
                </a:lnTo>
                <a:lnTo>
                  <a:pt x="284341" y="30725"/>
                </a:lnTo>
                <a:lnTo>
                  <a:pt x="335034" y="81418"/>
                </a:lnTo>
                <a:lnTo>
                  <a:pt x="362213" y="147035"/>
                </a:lnTo>
                <a:lnTo>
                  <a:pt x="365760" y="182879"/>
                </a:lnTo>
                <a:lnTo>
                  <a:pt x="359227" y="231496"/>
                </a:lnTo>
                <a:lnTo>
                  <a:pt x="340791" y="275182"/>
                </a:lnTo>
                <a:lnTo>
                  <a:pt x="312195" y="312195"/>
                </a:lnTo>
                <a:lnTo>
                  <a:pt x="275182" y="340791"/>
                </a:lnTo>
                <a:lnTo>
                  <a:pt x="231496" y="359227"/>
                </a:lnTo>
                <a:lnTo>
                  <a:pt x="182879" y="365759"/>
                </a:lnTo>
                <a:close/>
              </a:path>
            </a:pathLst>
          </a:custGeom>
          <a:solidFill>
            <a:srgbClr val="FF6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601500" y="196545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121212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42100" y="3100323"/>
            <a:ext cx="3048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6A3D"/>
                </a:solidFill>
                <a:latin typeface="Arial"/>
                <a:cs typeface="Arial"/>
              </a:rPr>
              <a:t>→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55460" y="2142489"/>
            <a:ext cx="1612900" cy="2298700"/>
            <a:chOff x="6255460" y="2142489"/>
            <a:chExt cx="1612900" cy="2298700"/>
          </a:xfrm>
        </p:grpSpPr>
        <p:sp>
          <p:nvSpPr>
            <p:cNvPr id="31" name="object 31"/>
            <p:cNvSpPr/>
            <p:nvPr/>
          </p:nvSpPr>
          <p:spPr>
            <a:xfrm>
              <a:off x="6261810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1490473" y="2285999"/>
                  </a:moveTo>
                  <a:lnTo>
                    <a:pt x="109725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1490473" y="0"/>
                  </a:lnTo>
                  <a:lnTo>
                    <a:pt x="1532464" y="8352"/>
                  </a:lnTo>
                  <a:lnTo>
                    <a:pt x="1568062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1" y="2253862"/>
                  </a:lnTo>
                  <a:lnTo>
                    <a:pt x="1533184" y="2277377"/>
                  </a:lnTo>
                  <a:lnTo>
                    <a:pt x="1490473" y="22859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261810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0" y="109725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1490473" y="0"/>
                  </a:lnTo>
                  <a:lnTo>
                    <a:pt x="1532464" y="8352"/>
                  </a:lnTo>
                  <a:lnTo>
                    <a:pt x="1568062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1" y="2253862"/>
                  </a:lnTo>
                  <a:lnTo>
                    <a:pt x="1533184" y="2277377"/>
                  </a:lnTo>
                  <a:lnTo>
                    <a:pt x="1490473" y="2285999"/>
                  </a:lnTo>
                  <a:lnTo>
                    <a:pt x="109725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696150" y="24231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731519"/>
                  </a:moveTo>
                  <a:lnTo>
                    <a:pt x="319880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80" y="2849"/>
                  </a:lnTo>
                  <a:lnTo>
                    <a:pt x="365760" y="0"/>
                  </a:lnTo>
                  <a:lnTo>
                    <a:pt x="413837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10" y="48868"/>
                  </a:lnTo>
                  <a:lnTo>
                    <a:pt x="588153" y="75376"/>
                  </a:lnTo>
                  <a:lnTo>
                    <a:pt x="624391" y="107128"/>
                  </a:lnTo>
                  <a:lnTo>
                    <a:pt x="656144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9" y="270836"/>
                  </a:lnTo>
                  <a:lnTo>
                    <a:pt x="728348" y="317683"/>
                  </a:lnTo>
                  <a:lnTo>
                    <a:pt x="731520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6" y="639210"/>
                  </a:lnTo>
                  <a:lnTo>
                    <a:pt x="574726" y="665987"/>
                  </a:lnTo>
                  <a:lnTo>
                    <a:pt x="537706" y="688665"/>
                  </a:lnTo>
                  <a:lnTo>
                    <a:pt x="497956" y="706900"/>
                  </a:lnTo>
                  <a:lnTo>
                    <a:pt x="455820" y="720349"/>
                  </a:lnTo>
                  <a:lnTo>
                    <a:pt x="411640" y="728670"/>
                  </a:lnTo>
                  <a:lnTo>
                    <a:pt x="365760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71715" y="2598725"/>
              <a:ext cx="380390" cy="38038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823320" y="3318510"/>
            <a:ext cx="476884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0325">
              <a:lnSpc>
                <a:spcPct val="100000"/>
              </a:lnSpc>
              <a:spcBef>
                <a:spcPts val="100"/>
              </a:spcBef>
            </a:pPr>
            <a:r>
              <a:rPr dirty="0" sz="1250" spc="-20" b="1">
                <a:solidFill>
                  <a:srgbClr val="F4F4F4"/>
                </a:solidFill>
                <a:latin typeface="Calibri"/>
                <a:cs typeface="Calibri"/>
              </a:rPr>
              <a:t>View Details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4810" y="189280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365759"/>
                </a:moveTo>
                <a:lnTo>
                  <a:pt x="134262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2"/>
                </a:lnTo>
                <a:lnTo>
                  <a:pt x="6532" y="231496"/>
                </a:lnTo>
                <a:lnTo>
                  <a:pt x="0" y="182879"/>
                </a:ln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2" y="6532"/>
                </a:lnTo>
                <a:lnTo>
                  <a:pt x="182879" y="0"/>
                </a:lnTo>
                <a:lnTo>
                  <a:pt x="218724" y="3546"/>
                </a:lnTo>
                <a:lnTo>
                  <a:pt x="284342" y="30725"/>
                </a:lnTo>
                <a:lnTo>
                  <a:pt x="335033" y="81418"/>
                </a:lnTo>
                <a:lnTo>
                  <a:pt x="362213" y="147035"/>
                </a:lnTo>
                <a:lnTo>
                  <a:pt x="365759" y="182879"/>
                </a:lnTo>
                <a:lnTo>
                  <a:pt x="359227" y="231496"/>
                </a:lnTo>
                <a:lnTo>
                  <a:pt x="340791" y="275182"/>
                </a:lnTo>
                <a:lnTo>
                  <a:pt x="312195" y="312195"/>
                </a:lnTo>
                <a:lnTo>
                  <a:pt x="275182" y="340791"/>
                </a:lnTo>
                <a:lnTo>
                  <a:pt x="231496" y="359227"/>
                </a:lnTo>
                <a:lnTo>
                  <a:pt x="182879" y="365759"/>
                </a:lnTo>
                <a:close/>
              </a:path>
            </a:pathLst>
          </a:custGeom>
          <a:solidFill>
            <a:srgbClr val="FF6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536370" y="196545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121212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76971" y="3100323"/>
            <a:ext cx="3048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6A3D"/>
                </a:solidFill>
                <a:latin typeface="Arial"/>
                <a:cs typeface="Arial"/>
              </a:rPr>
              <a:t>→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90331" y="2142489"/>
            <a:ext cx="1612900" cy="2298700"/>
            <a:chOff x="8190331" y="2142489"/>
            <a:chExt cx="1612900" cy="2298700"/>
          </a:xfrm>
        </p:grpSpPr>
        <p:sp>
          <p:nvSpPr>
            <p:cNvPr id="40" name="object 40"/>
            <p:cNvSpPr/>
            <p:nvPr/>
          </p:nvSpPr>
          <p:spPr>
            <a:xfrm>
              <a:off x="8196681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1490474" y="2285999"/>
                  </a:moveTo>
                  <a:lnTo>
                    <a:pt x="109725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1490474" y="0"/>
                  </a:lnTo>
                  <a:lnTo>
                    <a:pt x="1532464" y="8352"/>
                  </a:lnTo>
                  <a:lnTo>
                    <a:pt x="1568061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2" y="2253862"/>
                  </a:lnTo>
                  <a:lnTo>
                    <a:pt x="1533184" y="2277377"/>
                  </a:lnTo>
                  <a:lnTo>
                    <a:pt x="1490474" y="22859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196681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0" y="109725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5" y="0"/>
                  </a:lnTo>
                  <a:lnTo>
                    <a:pt x="1490474" y="0"/>
                  </a:lnTo>
                  <a:lnTo>
                    <a:pt x="1532464" y="8352"/>
                  </a:lnTo>
                  <a:lnTo>
                    <a:pt x="1568061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2" y="2253862"/>
                  </a:lnTo>
                  <a:lnTo>
                    <a:pt x="1533184" y="2277377"/>
                  </a:lnTo>
                  <a:lnTo>
                    <a:pt x="1490474" y="2285999"/>
                  </a:lnTo>
                  <a:lnTo>
                    <a:pt x="109725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631021" y="24231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4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9" y="270836"/>
                  </a:lnTo>
                  <a:lnTo>
                    <a:pt x="728348" y="317683"/>
                  </a:lnTo>
                  <a:lnTo>
                    <a:pt x="731520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6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06586" y="2598725"/>
              <a:ext cx="380389" cy="38038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8746651" y="3318510"/>
            <a:ext cx="50038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9215">
              <a:lnSpc>
                <a:spcPct val="100000"/>
              </a:lnSpc>
              <a:spcBef>
                <a:spcPts val="100"/>
              </a:spcBef>
            </a:pPr>
            <a:r>
              <a:rPr dirty="0" sz="1250" spc="-20" b="1">
                <a:solidFill>
                  <a:srgbClr val="F4F4F4"/>
                </a:solidFill>
                <a:latin typeface="Calibri"/>
                <a:cs typeface="Calibri"/>
              </a:rPr>
              <a:t>Book </a:t>
            </a:r>
            <a:r>
              <a:rPr dirty="0" sz="1250" spc="-25" b="1">
                <a:solidFill>
                  <a:srgbClr val="F4F4F4"/>
                </a:solidFill>
                <a:latin typeface="Calibri"/>
                <a:cs typeface="Calibri"/>
              </a:rPr>
              <a:t>Vehicle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339681" y="189280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365759"/>
                </a:move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2"/>
                </a:lnTo>
                <a:lnTo>
                  <a:pt x="6532" y="231496"/>
                </a:lnTo>
                <a:lnTo>
                  <a:pt x="0" y="182879"/>
                </a:ln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79" y="0"/>
                </a:lnTo>
                <a:lnTo>
                  <a:pt x="218724" y="3546"/>
                </a:lnTo>
                <a:lnTo>
                  <a:pt x="284341" y="30725"/>
                </a:lnTo>
                <a:lnTo>
                  <a:pt x="335033" y="81418"/>
                </a:lnTo>
                <a:lnTo>
                  <a:pt x="362213" y="147035"/>
                </a:lnTo>
                <a:lnTo>
                  <a:pt x="365760" y="182879"/>
                </a:lnTo>
                <a:lnTo>
                  <a:pt x="359227" y="231496"/>
                </a:lnTo>
                <a:lnTo>
                  <a:pt x="340791" y="275182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79" y="365759"/>
                </a:lnTo>
                <a:close/>
              </a:path>
            </a:pathLst>
          </a:custGeom>
          <a:solidFill>
            <a:srgbClr val="FF6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9471241" y="196545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121212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811842" y="3100323"/>
            <a:ext cx="3048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6A3D"/>
                </a:solidFill>
                <a:latin typeface="Arial"/>
                <a:cs typeface="Arial"/>
              </a:rPr>
              <a:t>→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0125202" y="2142489"/>
            <a:ext cx="1612900" cy="2298700"/>
            <a:chOff x="10125202" y="2142489"/>
            <a:chExt cx="1612900" cy="2298700"/>
          </a:xfrm>
        </p:grpSpPr>
        <p:sp>
          <p:nvSpPr>
            <p:cNvPr id="49" name="object 49"/>
            <p:cNvSpPr/>
            <p:nvPr/>
          </p:nvSpPr>
          <p:spPr>
            <a:xfrm>
              <a:off x="10131552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1490473" y="2285999"/>
                  </a:moveTo>
                  <a:lnTo>
                    <a:pt x="109724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4" y="0"/>
                  </a:lnTo>
                  <a:lnTo>
                    <a:pt x="1490473" y="0"/>
                  </a:lnTo>
                  <a:lnTo>
                    <a:pt x="1532464" y="8352"/>
                  </a:lnTo>
                  <a:lnTo>
                    <a:pt x="1568061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1" y="2253862"/>
                  </a:lnTo>
                  <a:lnTo>
                    <a:pt x="1533183" y="2277377"/>
                  </a:lnTo>
                  <a:lnTo>
                    <a:pt x="1490473" y="22859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0131552" y="2148839"/>
              <a:ext cx="1600200" cy="2286000"/>
            </a:xfrm>
            <a:custGeom>
              <a:avLst/>
              <a:gdLst/>
              <a:ahLst/>
              <a:cxnLst/>
              <a:rect l="l" t="t" r="r" b="b"/>
              <a:pathLst>
                <a:path w="1600200" h="2286000">
                  <a:moveTo>
                    <a:pt x="0" y="109725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4" y="0"/>
                  </a:lnTo>
                  <a:lnTo>
                    <a:pt x="1490473" y="0"/>
                  </a:lnTo>
                  <a:lnTo>
                    <a:pt x="1532464" y="8352"/>
                  </a:lnTo>
                  <a:lnTo>
                    <a:pt x="1568061" y="32137"/>
                  </a:lnTo>
                  <a:lnTo>
                    <a:pt x="1591847" y="67735"/>
                  </a:lnTo>
                  <a:lnTo>
                    <a:pt x="1600199" y="109725"/>
                  </a:lnTo>
                  <a:lnTo>
                    <a:pt x="1600199" y="2176274"/>
                  </a:lnTo>
                  <a:lnTo>
                    <a:pt x="1591577" y="2218984"/>
                  </a:lnTo>
                  <a:lnTo>
                    <a:pt x="1568061" y="2253862"/>
                  </a:lnTo>
                  <a:lnTo>
                    <a:pt x="1533183" y="2277377"/>
                  </a:lnTo>
                  <a:lnTo>
                    <a:pt x="1490473" y="2285999"/>
                  </a:lnTo>
                  <a:lnTo>
                    <a:pt x="109724" y="2285999"/>
                  </a:lnTo>
                  <a:lnTo>
                    <a:pt x="67015" y="2277377"/>
                  </a:lnTo>
                  <a:lnTo>
                    <a:pt x="32137" y="2253862"/>
                  </a:lnTo>
                  <a:lnTo>
                    <a:pt x="8622" y="2218984"/>
                  </a:lnTo>
                  <a:lnTo>
                    <a:pt x="0" y="2176274"/>
                  </a:lnTo>
                  <a:lnTo>
                    <a:pt x="0" y="109725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0565892" y="24231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2" y="12531"/>
                  </a:lnTo>
                  <a:lnTo>
                    <a:pt x="505729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0" y="107128"/>
                  </a:lnTo>
                  <a:lnTo>
                    <a:pt x="656143" y="143367"/>
                  </a:lnTo>
                  <a:lnTo>
                    <a:pt x="682650" y="183110"/>
                  </a:lnTo>
                  <a:lnTo>
                    <a:pt x="703677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69" y="411640"/>
                  </a:lnTo>
                  <a:lnTo>
                    <a:pt x="720348" y="455819"/>
                  </a:lnTo>
                  <a:lnTo>
                    <a:pt x="706899" y="497955"/>
                  </a:lnTo>
                  <a:lnTo>
                    <a:pt x="688664" y="537705"/>
                  </a:lnTo>
                  <a:lnTo>
                    <a:pt x="665987" y="574726"/>
                  </a:lnTo>
                  <a:lnTo>
                    <a:pt x="639209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41456" y="2598725"/>
              <a:ext cx="380389" cy="380389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10619816" y="3318510"/>
            <a:ext cx="6229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1770">
              <a:lnSpc>
                <a:spcPct val="100000"/>
              </a:lnSpc>
              <a:spcBef>
                <a:spcPts val="100"/>
              </a:spcBef>
            </a:pPr>
            <a:r>
              <a:rPr dirty="0" sz="1250" spc="-25" b="1">
                <a:solidFill>
                  <a:srgbClr val="F4F4F4"/>
                </a:solidFill>
                <a:latin typeface="Calibri"/>
                <a:cs typeface="Calibri"/>
              </a:rPr>
              <a:t>My </a:t>
            </a:r>
            <a:r>
              <a:rPr dirty="0" sz="1250" spc="-10" b="1">
                <a:solidFill>
                  <a:srgbClr val="F4F4F4"/>
                </a:solidFill>
                <a:latin typeface="Calibri"/>
                <a:cs typeface="Calibri"/>
              </a:rPr>
              <a:t>Bookings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274552" y="189280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79" y="365759"/>
                </a:moveTo>
                <a:lnTo>
                  <a:pt x="134262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2"/>
                </a:lnTo>
                <a:lnTo>
                  <a:pt x="6532" y="231496"/>
                </a:lnTo>
                <a:lnTo>
                  <a:pt x="0" y="182879"/>
                </a:ln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2" y="6532"/>
                </a:lnTo>
                <a:lnTo>
                  <a:pt x="182879" y="0"/>
                </a:lnTo>
                <a:lnTo>
                  <a:pt x="218724" y="3546"/>
                </a:lnTo>
                <a:lnTo>
                  <a:pt x="284341" y="30725"/>
                </a:lnTo>
                <a:lnTo>
                  <a:pt x="335033" y="81418"/>
                </a:lnTo>
                <a:lnTo>
                  <a:pt x="362212" y="147035"/>
                </a:lnTo>
                <a:lnTo>
                  <a:pt x="365759" y="182879"/>
                </a:lnTo>
                <a:lnTo>
                  <a:pt x="359226" y="231496"/>
                </a:lnTo>
                <a:lnTo>
                  <a:pt x="340790" y="275182"/>
                </a:lnTo>
                <a:lnTo>
                  <a:pt x="312194" y="312195"/>
                </a:lnTo>
                <a:lnTo>
                  <a:pt x="275182" y="340791"/>
                </a:lnTo>
                <a:lnTo>
                  <a:pt x="231496" y="359227"/>
                </a:lnTo>
                <a:lnTo>
                  <a:pt x="182879" y="365759"/>
                </a:lnTo>
                <a:close/>
              </a:path>
            </a:pathLst>
          </a:custGeom>
          <a:solidFill>
            <a:srgbClr val="FF6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1406112" y="196545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121212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/>
              <a:t>Design</a:t>
            </a:r>
            <a:r>
              <a:rPr dirty="0" spc="-135"/>
              <a:t> </a:t>
            </a:r>
            <a:r>
              <a:rPr dirty="0" spc="-10"/>
              <a:t>Language</a:t>
            </a: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A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premium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look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built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from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a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small,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consistent</a:t>
            </a:r>
            <a:r>
              <a:rPr dirty="0" sz="1400" spc="-3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palette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2290" y="1593850"/>
            <a:ext cx="1430020" cy="1430020"/>
            <a:chOff x="542290" y="1593850"/>
            <a:chExt cx="1430020" cy="1430020"/>
          </a:xfrm>
        </p:grpSpPr>
        <p:sp>
          <p:nvSpPr>
            <p:cNvPr id="4" name="object 4"/>
            <p:cNvSpPr/>
            <p:nvPr/>
          </p:nvSpPr>
          <p:spPr>
            <a:xfrm>
              <a:off x="548640" y="1600200"/>
              <a:ext cx="1417320" cy="1417320"/>
            </a:xfrm>
            <a:custGeom>
              <a:avLst/>
              <a:gdLst/>
              <a:ahLst/>
              <a:cxnLst/>
              <a:rect l="l" t="t" r="r" b="b"/>
              <a:pathLst>
                <a:path w="1417320" h="1417320">
                  <a:moveTo>
                    <a:pt x="1307590" y="1417319"/>
                  </a:move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1307590" y="0"/>
                  </a:lnTo>
                  <a:lnTo>
                    <a:pt x="1349582" y="8352"/>
                  </a:lnTo>
                  <a:lnTo>
                    <a:pt x="1385180" y="32138"/>
                  </a:lnTo>
                  <a:lnTo>
                    <a:pt x="1408967" y="67737"/>
                  </a:lnTo>
                  <a:lnTo>
                    <a:pt x="1417319" y="109728"/>
                  </a:lnTo>
                  <a:lnTo>
                    <a:pt x="1417319" y="1307590"/>
                  </a:lnTo>
                  <a:lnTo>
                    <a:pt x="1408696" y="1350302"/>
                  </a:lnTo>
                  <a:lnTo>
                    <a:pt x="1385181" y="1385181"/>
                  </a:lnTo>
                  <a:lnTo>
                    <a:pt x="1350302" y="1408696"/>
                  </a:lnTo>
                  <a:lnTo>
                    <a:pt x="1307590" y="1417319"/>
                  </a:lnTo>
                  <a:close/>
                </a:path>
              </a:pathLst>
            </a:custGeom>
            <a:solidFill>
              <a:srgbClr val="1212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8640" y="1600200"/>
              <a:ext cx="1417320" cy="1417320"/>
            </a:xfrm>
            <a:custGeom>
              <a:avLst/>
              <a:gdLst/>
              <a:ahLst/>
              <a:cxnLst/>
              <a:rect l="l" t="t" r="r" b="b"/>
              <a:pathLst>
                <a:path w="1417320" h="141732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1307590" y="0"/>
                  </a:lnTo>
                  <a:lnTo>
                    <a:pt x="1349582" y="8352"/>
                  </a:lnTo>
                  <a:lnTo>
                    <a:pt x="1385180" y="32138"/>
                  </a:lnTo>
                  <a:lnTo>
                    <a:pt x="1408967" y="67737"/>
                  </a:lnTo>
                  <a:lnTo>
                    <a:pt x="1417319" y="109728"/>
                  </a:lnTo>
                  <a:lnTo>
                    <a:pt x="1417319" y="1307590"/>
                  </a:lnTo>
                  <a:lnTo>
                    <a:pt x="1408696" y="1350302"/>
                  </a:lnTo>
                  <a:lnTo>
                    <a:pt x="1385181" y="1385181"/>
                  </a:lnTo>
                  <a:lnTo>
                    <a:pt x="1350302" y="1408696"/>
                  </a:lnTo>
                  <a:lnTo>
                    <a:pt x="1307590" y="1417319"/>
                  </a:ln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47874" y="3160776"/>
            <a:ext cx="61912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Charcoal</a:t>
            </a:r>
            <a:r>
              <a:rPr dirty="0" sz="950" spc="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A8A8A8"/>
                </a:solidFill>
                <a:latin typeface="Calibri"/>
                <a:cs typeface="Calibri"/>
              </a:rPr>
              <a:t>BG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2342" y="2223008"/>
            <a:ext cx="42925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A8A8A8"/>
                </a:solidFill>
                <a:latin typeface="Calibri"/>
                <a:cs typeface="Calibri"/>
              </a:rPr>
              <a:t>#121212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42489" y="1593850"/>
            <a:ext cx="1430020" cy="1430020"/>
            <a:chOff x="2142489" y="1593850"/>
            <a:chExt cx="1430020" cy="1430020"/>
          </a:xfrm>
        </p:grpSpPr>
        <p:sp>
          <p:nvSpPr>
            <p:cNvPr id="9" name="object 9"/>
            <p:cNvSpPr/>
            <p:nvPr/>
          </p:nvSpPr>
          <p:spPr>
            <a:xfrm>
              <a:off x="2148839" y="1600200"/>
              <a:ext cx="1417320" cy="1417320"/>
            </a:xfrm>
            <a:custGeom>
              <a:avLst/>
              <a:gdLst/>
              <a:ahLst/>
              <a:cxnLst/>
              <a:rect l="l" t="t" r="r" b="b"/>
              <a:pathLst>
                <a:path w="1417320" h="1417320">
                  <a:moveTo>
                    <a:pt x="1307591" y="1417319"/>
                  </a:move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1307591" y="0"/>
                  </a:lnTo>
                  <a:lnTo>
                    <a:pt x="1349582" y="8352"/>
                  </a:lnTo>
                  <a:lnTo>
                    <a:pt x="1385180" y="32138"/>
                  </a:lnTo>
                  <a:lnTo>
                    <a:pt x="1408967" y="67737"/>
                  </a:lnTo>
                  <a:lnTo>
                    <a:pt x="1417319" y="109728"/>
                  </a:lnTo>
                  <a:lnTo>
                    <a:pt x="1417319" y="1307590"/>
                  </a:lnTo>
                  <a:lnTo>
                    <a:pt x="1408696" y="1350302"/>
                  </a:lnTo>
                  <a:lnTo>
                    <a:pt x="1385181" y="1385181"/>
                  </a:lnTo>
                  <a:lnTo>
                    <a:pt x="1350302" y="1408696"/>
                  </a:lnTo>
                  <a:lnTo>
                    <a:pt x="1307591" y="141731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48839" y="1600200"/>
              <a:ext cx="1417320" cy="1417320"/>
            </a:xfrm>
            <a:custGeom>
              <a:avLst/>
              <a:gdLst/>
              <a:ahLst/>
              <a:cxnLst/>
              <a:rect l="l" t="t" r="r" b="b"/>
              <a:pathLst>
                <a:path w="1417320" h="141732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1307591" y="0"/>
                  </a:lnTo>
                  <a:lnTo>
                    <a:pt x="1349582" y="8352"/>
                  </a:lnTo>
                  <a:lnTo>
                    <a:pt x="1385180" y="32138"/>
                  </a:lnTo>
                  <a:lnTo>
                    <a:pt x="1408967" y="67737"/>
                  </a:lnTo>
                  <a:lnTo>
                    <a:pt x="1417319" y="109728"/>
                  </a:lnTo>
                  <a:lnTo>
                    <a:pt x="1417319" y="1307590"/>
                  </a:lnTo>
                  <a:lnTo>
                    <a:pt x="1408696" y="1350302"/>
                  </a:lnTo>
                  <a:lnTo>
                    <a:pt x="1385181" y="1385181"/>
                  </a:lnTo>
                  <a:lnTo>
                    <a:pt x="1350302" y="1408696"/>
                  </a:lnTo>
                  <a:lnTo>
                    <a:pt x="1307591" y="1417319"/>
                  </a:ln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536361" y="3160776"/>
            <a:ext cx="6426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Card</a:t>
            </a:r>
            <a:r>
              <a:rPr dirty="0" sz="95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Surface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2542" y="2223008"/>
            <a:ext cx="42925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A8A8A8"/>
                </a:solidFill>
                <a:latin typeface="Calibri"/>
                <a:cs typeface="Calibri"/>
              </a:rPr>
              <a:t>#202020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42690" y="1593850"/>
            <a:ext cx="1430020" cy="1430020"/>
            <a:chOff x="3742690" y="1593850"/>
            <a:chExt cx="1430020" cy="1430020"/>
          </a:xfrm>
        </p:grpSpPr>
        <p:sp>
          <p:nvSpPr>
            <p:cNvPr id="14" name="object 14"/>
            <p:cNvSpPr/>
            <p:nvPr/>
          </p:nvSpPr>
          <p:spPr>
            <a:xfrm>
              <a:off x="3749040" y="1600200"/>
              <a:ext cx="1417320" cy="1417320"/>
            </a:xfrm>
            <a:custGeom>
              <a:avLst/>
              <a:gdLst/>
              <a:ahLst/>
              <a:cxnLst/>
              <a:rect l="l" t="t" r="r" b="b"/>
              <a:pathLst>
                <a:path w="1417320" h="1417320">
                  <a:moveTo>
                    <a:pt x="1307591" y="1417319"/>
                  </a:move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1307591" y="0"/>
                  </a:lnTo>
                  <a:lnTo>
                    <a:pt x="1349582" y="8352"/>
                  </a:lnTo>
                  <a:lnTo>
                    <a:pt x="1385180" y="32138"/>
                  </a:lnTo>
                  <a:lnTo>
                    <a:pt x="1408967" y="67737"/>
                  </a:lnTo>
                  <a:lnTo>
                    <a:pt x="1417319" y="109728"/>
                  </a:lnTo>
                  <a:lnTo>
                    <a:pt x="1417319" y="1307590"/>
                  </a:lnTo>
                  <a:lnTo>
                    <a:pt x="1408696" y="1350302"/>
                  </a:lnTo>
                  <a:lnTo>
                    <a:pt x="1385181" y="1385181"/>
                  </a:lnTo>
                  <a:lnTo>
                    <a:pt x="1350302" y="1408696"/>
                  </a:lnTo>
                  <a:lnTo>
                    <a:pt x="1307591" y="141731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49040" y="1600200"/>
              <a:ext cx="1417320" cy="1417320"/>
            </a:xfrm>
            <a:custGeom>
              <a:avLst/>
              <a:gdLst/>
              <a:ahLst/>
              <a:cxnLst/>
              <a:rect l="l" t="t" r="r" b="b"/>
              <a:pathLst>
                <a:path w="1417320" h="141732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1307591" y="0"/>
                  </a:lnTo>
                  <a:lnTo>
                    <a:pt x="1349582" y="8352"/>
                  </a:lnTo>
                  <a:lnTo>
                    <a:pt x="1385180" y="32138"/>
                  </a:lnTo>
                  <a:lnTo>
                    <a:pt x="1408967" y="67737"/>
                  </a:lnTo>
                  <a:lnTo>
                    <a:pt x="1417319" y="109728"/>
                  </a:lnTo>
                  <a:lnTo>
                    <a:pt x="1417319" y="1307590"/>
                  </a:lnTo>
                  <a:lnTo>
                    <a:pt x="1408696" y="1350302"/>
                  </a:lnTo>
                  <a:lnTo>
                    <a:pt x="1385181" y="1385181"/>
                  </a:lnTo>
                  <a:lnTo>
                    <a:pt x="1350302" y="1408696"/>
                  </a:lnTo>
                  <a:lnTo>
                    <a:pt x="1307591" y="1417319"/>
                  </a:ln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183155" y="3160776"/>
            <a:ext cx="5492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White</a:t>
            </a:r>
            <a:r>
              <a:rPr dirty="0" sz="950" spc="-4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A8A8A8"/>
                </a:solidFill>
                <a:latin typeface="Calibri"/>
                <a:cs typeface="Calibri"/>
              </a:rPr>
              <a:t>Text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50863" y="2223008"/>
            <a:ext cx="4133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21212"/>
                </a:solidFill>
                <a:latin typeface="Calibri"/>
                <a:cs typeface="Calibri"/>
              </a:rPr>
              <a:t>#F5F5F5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42890" y="1593850"/>
            <a:ext cx="1430020" cy="1430020"/>
            <a:chOff x="5342890" y="1593850"/>
            <a:chExt cx="1430020" cy="1430020"/>
          </a:xfrm>
        </p:grpSpPr>
        <p:sp>
          <p:nvSpPr>
            <p:cNvPr id="19" name="object 19"/>
            <p:cNvSpPr/>
            <p:nvPr/>
          </p:nvSpPr>
          <p:spPr>
            <a:xfrm>
              <a:off x="5349240" y="1600200"/>
              <a:ext cx="1417320" cy="1417320"/>
            </a:xfrm>
            <a:custGeom>
              <a:avLst/>
              <a:gdLst/>
              <a:ahLst/>
              <a:cxnLst/>
              <a:rect l="l" t="t" r="r" b="b"/>
              <a:pathLst>
                <a:path w="1417320" h="1417320">
                  <a:moveTo>
                    <a:pt x="1307591" y="1417319"/>
                  </a:move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1307591" y="0"/>
                  </a:lnTo>
                  <a:lnTo>
                    <a:pt x="1349582" y="8352"/>
                  </a:lnTo>
                  <a:lnTo>
                    <a:pt x="1385180" y="32138"/>
                  </a:lnTo>
                  <a:lnTo>
                    <a:pt x="1408967" y="67737"/>
                  </a:lnTo>
                  <a:lnTo>
                    <a:pt x="1417319" y="109728"/>
                  </a:lnTo>
                  <a:lnTo>
                    <a:pt x="1417319" y="1307590"/>
                  </a:lnTo>
                  <a:lnTo>
                    <a:pt x="1408696" y="1350302"/>
                  </a:lnTo>
                  <a:lnTo>
                    <a:pt x="1385181" y="1385181"/>
                  </a:lnTo>
                  <a:lnTo>
                    <a:pt x="1350302" y="1408696"/>
                  </a:lnTo>
                  <a:lnTo>
                    <a:pt x="1307591" y="14173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349240" y="1600200"/>
              <a:ext cx="1417320" cy="1417320"/>
            </a:xfrm>
            <a:custGeom>
              <a:avLst/>
              <a:gdLst/>
              <a:ahLst/>
              <a:cxnLst/>
              <a:rect l="l" t="t" r="r" b="b"/>
              <a:pathLst>
                <a:path w="1417320" h="141732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1307591" y="0"/>
                  </a:lnTo>
                  <a:lnTo>
                    <a:pt x="1349582" y="8352"/>
                  </a:lnTo>
                  <a:lnTo>
                    <a:pt x="1385180" y="32138"/>
                  </a:lnTo>
                  <a:lnTo>
                    <a:pt x="1408967" y="67737"/>
                  </a:lnTo>
                  <a:lnTo>
                    <a:pt x="1417319" y="109728"/>
                  </a:lnTo>
                  <a:lnTo>
                    <a:pt x="1417319" y="1307590"/>
                  </a:lnTo>
                  <a:lnTo>
                    <a:pt x="1408696" y="1350302"/>
                  </a:lnTo>
                  <a:lnTo>
                    <a:pt x="1385181" y="1385181"/>
                  </a:lnTo>
                  <a:lnTo>
                    <a:pt x="1350302" y="1408696"/>
                  </a:lnTo>
                  <a:lnTo>
                    <a:pt x="1307591" y="1417319"/>
                  </a:ln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686345" y="3160776"/>
            <a:ext cx="74358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Accent</a:t>
            </a:r>
            <a:r>
              <a:rPr dirty="0" sz="95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A8A8"/>
                </a:solidFill>
                <a:latin typeface="Calibri"/>
                <a:cs typeface="Calibri"/>
              </a:rPr>
              <a:t>Orange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38059" y="2223008"/>
            <a:ext cx="440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A8A8A8"/>
                </a:solidFill>
                <a:latin typeface="Calibri"/>
                <a:cs typeface="Calibri"/>
              </a:rPr>
              <a:t>#FF6A3D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3233" y="4255008"/>
            <a:ext cx="4576445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3380" algn="l"/>
              </a:tabLst>
            </a:pP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Dark</a:t>
            </a:r>
            <a:r>
              <a:rPr dirty="0" sz="140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charcoal</a:t>
            </a:r>
            <a:r>
              <a:rPr dirty="0" sz="140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background</a:t>
            </a:r>
            <a:r>
              <a:rPr dirty="0" sz="140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with</a:t>
            </a:r>
            <a:r>
              <a:rPr dirty="0" sz="140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a</a:t>
            </a:r>
            <a:r>
              <a:rPr dirty="0" sz="140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single</a:t>
            </a:r>
            <a:r>
              <a:rPr dirty="0" sz="140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bold</a:t>
            </a:r>
            <a:r>
              <a:rPr dirty="0" sz="140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accent</a:t>
            </a:r>
            <a:r>
              <a:rPr dirty="0" sz="140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colour</a:t>
            </a:r>
            <a:endParaRPr sz="1400">
              <a:latin typeface="Calibri"/>
              <a:cs typeface="Calibri"/>
            </a:endParaRPr>
          </a:p>
          <a:p>
            <a:pPr marL="373380" indent="-360680">
              <a:lnSpc>
                <a:spcPct val="100000"/>
              </a:lnSpc>
              <a:spcBef>
                <a:spcPts val="1000"/>
              </a:spcBef>
              <a:buFont typeface="Microsoft Sans Serif"/>
              <a:buChar char="●"/>
              <a:tabLst>
                <a:tab pos="373380" algn="l"/>
              </a:tabLst>
            </a:pP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Rounded</a:t>
            </a:r>
            <a:r>
              <a:rPr dirty="0" sz="1400" spc="-5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corners</a:t>
            </a:r>
            <a:r>
              <a:rPr dirty="0" sz="140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on</a:t>
            </a:r>
            <a:r>
              <a:rPr dirty="0" sz="140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every</a:t>
            </a:r>
            <a:r>
              <a:rPr dirty="0" sz="140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card,</a:t>
            </a:r>
            <a:r>
              <a:rPr dirty="0" sz="140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button</a:t>
            </a:r>
            <a:r>
              <a:rPr dirty="0" sz="140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image</a:t>
            </a:r>
            <a:endParaRPr sz="1400">
              <a:latin typeface="Calibri"/>
              <a:cs typeface="Calibri"/>
            </a:endParaRPr>
          </a:p>
          <a:p>
            <a:pPr marL="373380" indent="-360680">
              <a:lnSpc>
                <a:spcPct val="100000"/>
              </a:lnSpc>
              <a:spcBef>
                <a:spcPts val="1000"/>
              </a:spcBef>
              <a:buFont typeface="Microsoft Sans Serif"/>
              <a:buChar char="●"/>
              <a:tabLst>
                <a:tab pos="373380" algn="l"/>
              </a:tabLst>
            </a:pP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Modern</a:t>
            </a:r>
            <a:r>
              <a:rPr dirty="0" sz="1400" spc="-6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cards</a:t>
            </a:r>
            <a:r>
              <a:rPr dirty="0" sz="1400" spc="-5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with</a:t>
            </a:r>
            <a:r>
              <a:rPr dirty="0" sz="1400" spc="-6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subtle</a:t>
            </a:r>
            <a:r>
              <a:rPr dirty="0" sz="1400" spc="-5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borders</a:t>
            </a:r>
            <a:r>
              <a:rPr dirty="0" sz="1400" spc="-5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and</a:t>
            </a:r>
            <a:r>
              <a:rPr dirty="0" sz="1400" spc="-6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hover</a:t>
            </a:r>
            <a:r>
              <a:rPr dirty="0" sz="1400" spc="-5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lift</a:t>
            </a:r>
            <a:r>
              <a:rPr dirty="0" sz="1400" spc="-6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effects</a:t>
            </a:r>
            <a:endParaRPr sz="1400">
              <a:latin typeface="Calibri"/>
              <a:cs typeface="Calibri"/>
            </a:endParaRPr>
          </a:p>
          <a:p>
            <a:pPr marL="373380" indent="-360680">
              <a:lnSpc>
                <a:spcPct val="100000"/>
              </a:lnSpc>
              <a:spcBef>
                <a:spcPts val="1000"/>
              </a:spcBef>
              <a:buFont typeface="Microsoft Sans Serif"/>
              <a:buChar char="●"/>
              <a:tabLst>
                <a:tab pos="373380" algn="l"/>
              </a:tabLst>
            </a:pP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Fully</a:t>
            </a:r>
            <a:r>
              <a:rPr dirty="0" sz="140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responsive</a:t>
            </a:r>
            <a:r>
              <a:rPr dirty="0" sz="140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across</a:t>
            </a:r>
            <a:r>
              <a:rPr dirty="0" sz="140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desktop</a:t>
            </a:r>
            <a:r>
              <a:rPr dirty="0" sz="140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4F4F4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4F4F4"/>
                </a:solidFill>
                <a:latin typeface="Calibri"/>
                <a:cs typeface="Calibri"/>
              </a:rPr>
              <a:t>mobile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440170" y="1593850"/>
            <a:ext cx="5224780" cy="4676140"/>
            <a:chOff x="6440170" y="1593850"/>
            <a:chExt cx="5224780" cy="4676140"/>
          </a:xfrm>
        </p:grpSpPr>
        <p:sp>
          <p:nvSpPr>
            <p:cNvPr id="25" name="object 25"/>
            <p:cNvSpPr/>
            <p:nvPr/>
          </p:nvSpPr>
          <p:spPr>
            <a:xfrm>
              <a:off x="6446520" y="1600200"/>
              <a:ext cx="5212080" cy="4663440"/>
            </a:xfrm>
            <a:custGeom>
              <a:avLst/>
              <a:gdLst/>
              <a:ahLst/>
              <a:cxnLst/>
              <a:rect l="l" t="t" r="r" b="b"/>
              <a:pathLst>
                <a:path w="5212080" h="4663440">
                  <a:moveTo>
                    <a:pt x="5084068" y="4663439"/>
                  </a:moveTo>
                  <a:lnTo>
                    <a:pt x="128011" y="4663439"/>
                  </a:lnTo>
                  <a:lnTo>
                    <a:pt x="78183" y="4653380"/>
                  </a:lnTo>
                  <a:lnTo>
                    <a:pt x="37493" y="4625946"/>
                  </a:lnTo>
                  <a:lnTo>
                    <a:pt x="10059" y="4585256"/>
                  </a:lnTo>
                  <a:lnTo>
                    <a:pt x="0" y="4535428"/>
                  </a:lnTo>
                  <a:lnTo>
                    <a:pt x="0" y="128011"/>
                  </a:lnTo>
                  <a:lnTo>
                    <a:pt x="10059" y="78183"/>
                  </a:lnTo>
                  <a:lnTo>
                    <a:pt x="37493" y="37493"/>
                  </a:lnTo>
                  <a:lnTo>
                    <a:pt x="78183" y="10059"/>
                  </a:lnTo>
                  <a:lnTo>
                    <a:pt x="128011" y="0"/>
                  </a:lnTo>
                  <a:lnTo>
                    <a:pt x="5084068" y="0"/>
                  </a:lnTo>
                  <a:lnTo>
                    <a:pt x="5133056" y="9744"/>
                  </a:lnTo>
                  <a:lnTo>
                    <a:pt x="5174586" y="37493"/>
                  </a:lnTo>
                  <a:lnTo>
                    <a:pt x="5202335" y="79023"/>
                  </a:lnTo>
                  <a:lnTo>
                    <a:pt x="5212079" y="128011"/>
                  </a:lnTo>
                  <a:lnTo>
                    <a:pt x="5212079" y="4535428"/>
                  </a:lnTo>
                  <a:lnTo>
                    <a:pt x="5202020" y="4585256"/>
                  </a:lnTo>
                  <a:lnTo>
                    <a:pt x="5174586" y="4625946"/>
                  </a:lnTo>
                  <a:lnTo>
                    <a:pt x="5133896" y="4653380"/>
                  </a:lnTo>
                  <a:lnTo>
                    <a:pt x="5084068" y="4663439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446520" y="1600200"/>
              <a:ext cx="5212080" cy="4663440"/>
            </a:xfrm>
            <a:custGeom>
              <a:avLst/>
              <a:gdLst/>
              <a:ahLst/>
              <a:cxnLst/>
              <a:rect l="l" t="t" r="r" b="b"/>
              <a:pathLst>
                <a:path w="5212080" h="4663440">
                  <a:moveTo>
                    <a:pt x="0" y="128011"/>
                  </a:moveTo>
                  <a:lnTo>
                    <a:pt x="10059" y="78183"/>
                  </a:lnTo>
                  <a:lnTo>
                    <a:pt x="37493" y="37493"/>
                  </a:lnTo>
                  <a:lnTo>
                    <a:pt x="78183" y="10059"/>
                  </a:lnTo>
                  <a:lnTo>
                    <a:pt x="128011" y="0"/>
                  </a:lnTo>
                  <a:lnTo>
                    <a:pt x="5084068" y="0"/>
                  </a:lnTo>
                  <a:lnTo>
                    <a:pt x="5133056" y="9744"/>
                  </a:lnTo>
                  <a:lnTo>
                    <a:pt x="5174586" y="37493"/>
                  </a:lnTo>
                  <a:lnTo>
                    <a:pt x="5202335" y="79023"/>
                  </a:lnTo>
                  <a:lnTo>
                    <a:pt x="5212079" y="128011"/>
                  </a:lnTo>
                  <a:lnTo>
                    <a:pt x="5212079" y="4535428"/>
                  </a:lnTo>
                  <a:lnTo>
                    <a:pt x="5202020" y="4585256"/>
                  </a:lnTo>
                  <a:lnTo>
                    <a:pt x="5174586" y="4625946"/>
                  </a:lnTo>
                  <a:lnTo>
                    <a:pt x="5133896" y="4653380"/>
                  </a:lnTo>
                  <a:lnTo>
                    <a:pt x="5084068" y="4663439"/>
                  </a:lnTo>
                  <a:lnTo>
                    <a:pt x="128011" y="4663439"/>
                  </a:lnTo>
                  <a:lnTo>
                    <a:pt x="78183" y="4653380"/>
                  </a:lnTo>
                  <a:lnTo>
                    <a:pt x="37493" y="4625946"/>
                  </a:lnTo>
                  <a:lnTo>
                    <a:pt x="10059" y="4585256"/>
                  </a:lnTo>
                  <a:lnTo>
                    <a:pt x="0" y="4535428"/>
                  </a:lnTo>
                  <a:lnTo>
                    <a:pt x="0" y="128011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708140" y="1866900"/>
            <a:ext cx="13716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F4F4F4"/>
                </a:solidFill>
                <a:latin typeface="Calibri"/>
                <a:cs typeface="Calibri"/>
              </a:rPr>
              <a:t>Vehicle</a:t>
            </a:r>
            <a:r>
              <a:rPr dirty="0" sz="140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4F4F4"/>
                </a:solidFill>
                <a:latin typeface="Calibri"/>
                <a:cs typeface="Calibri"/>
              </a:rPr>
              <a:t>Categories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531609" y="2462529"/>
            <a:ext cx="1475740" cy="2298700"/>
            <a:chOff x="6531609" y="2462529"/>
            <a:chExt cx="1475740" cy="2298700"/>
          </a:xfrm>
        </p:grpSpPr>
        <p:sp>
          <p:nvSpPr>
            <p:cNvPr id="29" name="object 29"/>
            <p:cNvSpPr/>
            <p:nvPr/>
          </p:nvSpPr>
          <p:spPr>
            <a:xfrm>
              <a:off x="6537959" y="2468879"/>
              <a:ext cx="1463040" cy="2286000"/>
            </a:xfrm>
            <a:custGeom>
              <a:avLst/>
              <a:gdLst/>
              <a:ahLst/>
              <a:cxnLst/>
              <a:rect l="l" t="t" r="r" b="b"/>
              <a:pathLst>
                <a:path w="1463040" h="2286000">
                  <a:moveTo>
                    <a:pt x="1353311" y="2285999"/>
                  </a:moveTo>
                  <a:lnTo>
                    <a:pt x="109728" y="2285999"/>
                  </a:lnTo>
                  <a:lnTo>
                    <a:pt x="67016" y="2277377"/>
                  </a:lnTo>
                  <a:lnTo>
                    <a:pt x="32138" y="2253861"/>
                  </a:lnTo>
                  <a:lnTo>
                    <a:pt x="8622" y="2218983"/>
                  </a:lnTo>
                  <a:lnTo>
                    <a:pt x="0" y="2176271"/>
                  </a:lnTo>
                  <a:lnTo>
                    <a:pt x="0" y="109727"/>
                  </a:lnTo>
                  <a:lnTo>
                    <a:pt x="8622" y="67016"/>
                  </a:lnTo>
                  <a:lnTo>
                    <a:pt x="32138" y="32138"/>
                  </a:lnTo>
                  <a:lnTo>
                    <a:pt x="67016" y="8622"/>
                  </a:lnTo>
                  <a:lnTo>
                    <a:pt x="109728" y="0"/>
                  </a:lnTo>
                  <a:lnTo>
                    <a:pt x="1353311" y="0"/>
                  </a:lnTo>
                  <a:lnTo>
                    <a:pt x="1395303" y="8352"/>
                  </a:lnTo>
                  <a:lnTo>
                    <a:pt x="1430901" y="32138"/>
                  </a:lnTo>
                  <a:lnTo>
                    <a:pt x="1454687" y="67736"/>
                  </a:lnTo>
                  <a:lnTo>
                    <a:pt x="1463039" y="109727"/>
                  </a:lnTo>
                  <a:lnTo>
                    <a:pt x="1463039" y="2176271"/>
                  </a:lnTo>
                  <a:lnTo>
                    <a:pt x="1454417" y="2218983"/>
                  </a:lnTo>
                  <a:lnTo>
                    <a:pt x="1430901" y="2253861"/>
                  </a:lnTo>
                  <a:lnTo>
                    <a:pt x="1396023" y="2277377"/>
                  </a:lnTo>
                  <a:lnTo>
                    <a:pt x="1353311" y="22859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537959" y="2468879"/>
              <a:ext cx="1463040" cy="2286000"/>
            </a:xfrm>
            <a:custGeom>
              <a:avLst/>
              <a:gdLst/>
              <a:ahLst/>
              <a:cxnLst/>
              <a:rect l="l" t="t" r="r" b="b"/>
              <a:pathLst>
                <a:path w="1463040" h="2286000">
                  <a:moveTo>
                    <a:pt x="0" y="109727"/>
                  </a:moveTo>
                  <a:lnTo>
                    <a:pt x="8622" y="67016"/>
                  </a:lnTo>
                  <a:lnTo>
                    <a:pt x="32138" y="32138"/>
                  </a:lnTo>
                  <a:lnTo>
                    <a:pt x="67016" y="8622"/>
                  </a:lnTo>
                  <a:lnTo>
                    <a:pt x="109728" y="0"/>
                  </a:lnTo>
                  <a:lnTo>
                    <a:pt x="1353311" y="0"/>
                  </a:lnTo>
                  <a:lnTo>
                    <a:pt x="1395303" y="8352"/>
                  </a:lnTo>
                  <a:lnTo>
                    <a:pt x="1430901" y="32138"/>
                  </a:lnTo>
                  <a:lnTo>
                    <a:pt x="1454687" y="67736"/>
                  </a:lnTo>
                  <a:lnTo>
                    <a:pt x="1463039" y="109727"/>
                  </a:lnTo>
                  <a:lnTo>
                    <a:pt x="1463039" y="2176271"/>
                  </a:lnTo>
                  <a:lnTo>
                    <a:pt x="1454417" y="2218983"/>
                  </a:lnTo>
                  <a:lnTo>
                    <a:pt x="1430901" y="2253861"/>
                  </a:lnTo>
                  <a:lnTo>
                    <a:pt x="1396023" y="2277377"/>
                  </a:lnTo>
                  <a:lnTo>
                    <a:pt x="1353311" y="2285999"/>
                  </a:lnTo>
                  <a:lnTo>
                    <a:pt x="109728" y="2285999"/>
                  </a:lnTo>
                  <a:lnTo>
                    <a:pt x="67016" y="2277377"/>
                  </a:lnTo>
                  <a:lnTo>
                    <a:pt x="32138" y="2253861"/>
                  </a:lnTo>
                  <a:lnTo>
                    <a:pt x="8622" y="2218983"/>
                  </a:lnTo>
                  <a:lnTo>
                    <a:pt x="0" y="2176271"/>
                  </a:lnTo>
                  <a:lnTo>
                    <a:pt x="0" y="109727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857999" y="2880359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79" y="822959"/>
                  </a:moveTo>
                  <a:lnTo>
                    <a:pt x="363492" y="820191"/>
                  </a:lnTo>
                  <a:lnTo>
                    <a:pt x="317131" y="812092"/>
                  </a:lnTo>
                  <a:lnTo>
                    <a:pt x="272704" y="798971"/>
                  </a:lnTo>
                  <a:lnTo>
                    <a:pt x="230521" y="781136"/>
                  </a:lnTo>
                  <a:lnTo>
                    <a:pt x="190890" y="758897"/>
                  </a:lnTo>
                  <a:lnTo>
                    <a:pt x="154120" y="732562"/>
                  </a:lnTo>
                  <a:lnTo>
                    <a:pt x="120519" y="702440"/>
                  </a:lnTo>
                  <a:lnTo>
                    <a:pt x="90397" y="668839"/>
                  </a:lnTo>
                  <a:lnTo>
                    <a:pt x="64062" y="632069"/>
                  </a:lnTo>
                  <a:lnTo>
                    <a:pt x="41823" y="592438"/>
                  </a:lnTo>
                  <a:lnTo>
                    <a:pt x="23988" y="550255"/>
                  </a:lnTo>
                  <a:lnTo>
                    <a:pt x="10867" y="505828"/>
                  </a:lnTo>
                  <a:lnTo>
                    <a:pt x="2768" y="459467"/>
                  </a:lnTo>
                  <a:lnTo>
                    <a:pt x="0" y="411479"/>
                  </a:lnTo>
                  <a:lnTo>
                    <a:pt x="2768" y="363492"/>
                  </a:lnTo>
                  <a:lnTo>
                    <a:pt x="10867" y="317131"/>
                  </a:lnTo>
                  <a:lnTo>
                    <a:pt x="23988" y="272704"/>
                  </a:lnTo>
                  <a:lnTo>
                    <a:pt x="41823" y="230521"/>
                  </a:lnTo>
                  <a:lnTo>
                    <a:pt x="64062" y="190890"/>
                  </a:lnTo>
                  <a:lnTo>
                    <a:pt x="90397" y="154120"/>
                  </a:lnTo>
                  <a:lnTo>
                    <a:pt x="120519" y="120519"/>
                  </a:lnTo>
                  <a:lnTo>
                    <a:pt x="154120" y="90397"/>
                  </a:lnTo>
                  <a:lnTo>
                    <a:pt x="190890" y="64062"/>
                  </a:lnTo>
                  <a:lnTo>
                    <a:pt x="230521" y="41823"/>
                  </a:lnTo>
                  <a:lnTo>
                    <a:pt x="272704" y="23988"/>
                  </a:lnTo>
                  <a:lnTo>
                    <a:pt x="317131" y="10867"/>
                  </a:lnTo>
                  <a:lnTo>
                    <a:pt x="363492" y="2768"/>
                  </a:lnTo>
                  <a:lnTo>
                    <a:pt x="411479" y="0"/>
                  </a:lnTo>
                  <a:lnTo>
                    <a:pt x="457909" y="2626"/>
                  </a:lnTo>
                  <a:lnTo>
                    <a:pt x="503389" y="10394"/>
                  </a:lnTo>
                  <a:lnTo>
                    <a:pt x="547516" y="23137"/>
                  </a:lnTo>
                  <a:lnTo>
                    <a:pt x="589887" y="40688"/>
                  </a:lnTo>
                  <a:lnTo>
                    <a:pt x="630100" y="62879"/>
                  </a:lnTo>
                  <a:lnTo>
                    <a:pt x="667752" y="89546"/>
                  </a:lnTo>
                  <a:lnTo>
                    <a:pt x="702440" y="120519"/>
                  </a:lnTo>
                  <a:lnTo>
                    <a:pt x="733413" y="155207"/>
                  </a:lnTo>
                  <a:lnTo>
                    <a:pt x="760080" y="192859"/>
                  </a:lnTo>
                  <a:lnTo>
                    <a:pt x="782271" y="233072"/>
                  </a:lnTo>
                  <a:lnTo>
                    <a:pt x="799822" y="275443"/>
                  </a:lnTo>
                  <a:lnTo>
                    <a:pt x="812565" y="319570"/>
                  </a:lnTo>
                  <a:lnTo>
                    <a:pt x="820333" y="365050"/>
                  </a:lnTo>
                  <a:lnTo>
                    <a:pt x="822959" y="411479"/>
                  </a:lnTo>
                  <a:lnTo>
                    <a:pt x="820191" y="459467"/>
                  </a:lnTo>
                  <a:lnTo>
                    <a:pt x="812092" y="505828"/>
                  </a:lnTo>
                  <a:lnTo>
                    <a:pt x="798971" y="550255"/>
                  </a:lnTo>
                  <a:lnTo>
                    <a:pt x="781136" y="592438"/>
                  </a:lnTo>
                  <a:lnTo>
                    <a:pt x="758897" y="632069"/>
                  </a:lnTo>
                  <a:lnTo>
                    <a:pt x="732562" y="668839"/>
                  </a:lnTo>
                  <a:lnTo>
                    <a:pt x="702440" y="702440"/>
                  </a:lnTo>
                  <a:lnTo>
                    <a:pt x="668839" y="732562"/>
                  </a:lnTo>
                  <a:lnTo>
                    <a:pt x="632069" y="758897"/>
                  </a:lnTo>
                  <a:lnTo>
                    <a:pt x="592438" y="781136"/>
                  </a:lnTo>
                  <a:lnTo>
                    <a:pt x="550255" y="798971"/>
                  </a:lnTo>
                  <a:lnTo>
                    <a:pt x="505828" y="812092"/>
                  </a:lnTo>
                  <a:lnTo>
                    <a:pt x="459467" y="820191"/>
                  </a:lnTo>
                  <a:lnTo>
                    <a:pt x="411479" y="82295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5510" y="3077870"/>
              <a:ext cx="427938" cy="427938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100208" y="4034028"/>
            <a:ext cx="3384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F4F4F4"/>
                </a:solidFill>
                <a:latin typeface="Calibri"/>
                <a:cs typeface="Calibri"/>
              </a:rPr>
              <a:t>Bike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314690" y="2462529"/>
            <a:ext cx="1475740" cy="2298700"/>
            <a:chOff x="8314690" y="2462529"/>
            <a:chExt cx="1475740" cy="2298700"/>
          </a:xfrm>
        </p:grpSpPr>
        <p:sp>
          <p:nvSpPr>
            <p:cNvPr id="35" name="object 35"/>
            <p:cNvSpPr/>
            <p:nvPr/>
          </p:nvSpPr>
          <p:spPr>
            <a:xfrm>
              <a:off x="8321040" y="2468879"/>
              <a:ext cx="1463040" cy="2286000"/>
            </a:xfrm>
            <a:custGeom>
              <a:avLst/>
              <a:gdLst/>
              <a:ahLst/>
              <a:cxnLst/>
              <a:rect l="l" t="t" r="r" b="b"/>
              <a:pathLst>
                <a:path w="1463040" h="2286000">
                  <a:moveTo>
                    <a:pt x="1353312" y="2285999"/>
                  </a:moveTo>
                  <a:lnTo>
                    <a:pt x="109727" y="2285999"/>
                  </a:lnTo>
                  <a:lnTo>
                    <a:pt x="67017" y="2277377"/>
                  </a:lnTo>
                  <a:lnTo>
                    <a:pt x="32138" y="2253861"/>
                  </a:lnTo>
                  <a:lnTo>
                    <a:pt x="8623" y="2218983"/>
                  </a:lnTo>
                  <a:lnTo>
                    <a:pt x="0" y="2176271"/>
                  </a:lnTo>
                  <a:lnTo>
                    <a:pt x="0" y="109727"/>
                  </a:lnTo>
                  <a:lnTo>
                    <a:pt x="8623" y="67016"/>
                  </a:lnTo>
                  <a:lnTo>
                    <a:pt x="32138" y="32138"/>
                  </a:lnTo>
                  <a:lnTo>
                    <a:pt x="67017" y="8622"/>
                  </a:lnTo>
                  <a:lnTo>
                    <a:pt x="109727" y="0"/>
                  </a:lnTo>
                  <a:lnTo>
                    <a:pt x="1353312" y="0"/>
                  </a:lnTo>
                  <a:lnTo>
                    <a:pt x="1395303" y="8352"/>
                  </a:lnTo>
                  <a:lnTo>
                    <a:pt x="1430901" y="32138"/>
                  </a:lnTo>
                  <a:lnTo>
                    <a:pt x="1454687" y="67736"/>
                  </a:lnTo>
                  <a:lnTo>
                    <a:pt x="1463039" y="109727"/>
                  </a:lnTo>
                  <a:lnTo>
                    <a:pt x="1463039" y="2176271"/>
                  </a:lnTo>
                  <a:lnTo>
                    <a:pt x="1454417" y="2218983"/>
                  </a:lnTo>
                  <a:lnTo>
                    <a:pt x="1430901" y="2253861"/>
                  </a:lnTo>
                  <a:lnTo>
                    <a:pt x="1396023" y="2277377"/>
                  </a:lnTo>
                  <a:lnTo>
                    <a:pt x="1353312" y="22859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321040" y="2468879"/>
              <a:ext cx="1463040" cy="2286000"/>
            </a:xfrm>
            <a:custGeom>
              <a:avLst/>
              <a:gdLst/>
              <a:ahLst/>
              <a:cxnLst/>
              <a:rect l="l" t="t" r="r" b="b"/>
              <a:pathLst>
                <a:path w="1463040" h="2286000">
                  <a:moveTo>
                    <a:pt x="0" y="109727"/>
                  </a:moveTo>
                  <a:lnTo>
                    <a:pt x="8623" y="67016"/>
                  </a:lnTo>
                  <a:lnTo>
                    <a:pt x="32138" y="32138"/>
                  </a:lnTo>
                  <a:lnTo>
                    <a:pt x="67017" y="8622"/>
                  </a:lnTo>
                  <a:lnTo>
                    <a:pt x="109727" y="0"/>
                  </a:lnTo>
                  <a:lnTo>
                    <a:pt x="1353312" y="0"/>
                  </a:lnTo>
                  <a:lnTo>
                    <a:pt x="1395303" y="8352"/>
                  </a:lnTo>
                  <a:lnTo>
                    <a:pt x="1430901" y="32138"/>
                  </a:lnTo>
                  <a:lnTo>
                    <a:pt x="1454687" y="67736"/>
                  </a:lnTo>
                  <a:lnTo>
                    <a:pt x="1463039" y="109727"/>
                  </a:lnTo>
                  <a:lnTo>
                    <a:pt x="1463039" y="2176271"/>
                  </a:lnTo>
                  <a:lnTo>
                    <a:pt x="1454417" y="2218983"/>
                  </a:lnTo>
                  <a:lnTo>
                    <a:pt x="1430901" y="2253861"/>
                  </a:lnTo>
                  <a:lnTo>
                    <a:pt x="1396023" y="2277377"/>
                  </a:lnTo>
                  <a:lnTo>
                    <a:pt x="1353312" y="2285999"/>
                  </a:lnTo>
                  <a:lnTo>
                    <a:pt x="109727" y="2285999"/>
                  </a:lnTo>
                  <a:lnTo>
                    <a:pt x="67017" y="2277377"/>
                  </a:lnTo>
                  <a:lnTo>
                    <a:pt x="32138" y="2253861"/>
                  </a:lnTo>
                  <a:lnTo>
                    <a:pt x="8623" y="2218983"/>
                  </a:lnTo>
                  <a:lnTo>
                    <a:pt x="0" y="2176271"/>
                  </a:lnTo>
                  <a:lnTo>
                    <a:pt x="0" y="109727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641080" y="2880359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79" y="822959"/>
                  </a:moveTo>
                  <a:lnTo>
                    <a:pt x="363492" y="820191"/>
                  </a:lnTo>
                  <a:lnTo>
                    <a:pt x="317131" y="812092"/>
                  </a:lnTo>
                  <a:lnTo>
                    <a:pt x="272704" y="798971"/>
                  </a:lnTo>
                  <a:lnTo>
                    <a:pt x="230521" y="781136"/>
                  </a:lnTo>
                  <a:lnTo>
                    <a:pt x="190890" y="758897"/>
                  </a:lnTo>
                  <a:lnTo>
                    <a:pt x="154120" y="732562"/>
                  </a:lnTo>
                  <a:lnTo>
                    <a:pt x="120519" y="702440"/>
                  </a:lnTo>
                  <a:lnTo>
                    <a:pt x="90397" y="668839"/>
                  </a:lnTo>
                  <a:lnTo>
                    <a:pt x="64062" y="632069"/>
                  </a:lnTo>
                  <a:lnTo>
                    <a:pt x="41823" y="592438"/>
                  </a:lnTo>
                  <a:lnTo>
                    <a:pt x="23988" y="550255"/>
                  </a:lnTo>
                  <a:lnTo>
                    <a:pt x="10867" y="505828"/>
                  </a:lnTo>
                  <a:lnTo>
                    <a:pt x="2768" y="459467"/>
                  </a:lnTo>
                  <a:lnTo>
                    <a:pt x="0" y="411479"/>
                  </a:lnTo>
                  <a:lnTo>
                    <a:pt x="2768" y="363492"/>
                  </a:lnTo>
                  <a:lnTo>
                    <a:pt x="10867" y="317131"/>
                  </a:lnTo>
                  <a:lnTo>
                    <a:pt x="23988" y="272704"/>
                  </a:lnTo>
                  <a:lnTo>
                    <a:pt x="41823" y="230521"/>
                  </a:lnTo>
                  <a:lnTo>
                    <a:pt x="64062" y="190890"/>
                  </a:lnTo>
                  <a:lnTo>
                    <a:pt x="90397" y="154120"/>
                  </a:lnTo>
                  <a:lnTo>
                    <a:pt x="120519" y="120519"/>
                  </a:lnTo>
                  <a:lnTo>
                    <a:pt x="154120" y="90397"/>
                  </a:lnTo>
                  <a:lnTo>
                    <a:pt x="190890" y="64062"/>
                  </a:lnTo>
                  <a:lnTo>
                    <a:pt x="230521" y="41823"/>
                  </a:lnTo>
                  <a:lnTo>
                    <a:pt x="272704" y="23988"/>
                  </a:lnTo>
                  <a:lnTo>
                    <a:pt x="317131" y="10867"/>
                  </a:lnTo>
                  <a:lnTo>
                    <a:pt x="363492" y="2768"/>
                  </a:lnTo>
                  <a:lnTo>
                    <a:pt x="411479" y="0"/>
                  </a:lnTo>
                  <a:lnTo>
                    <a:pt x="457909" y="2626"/>
                  </a:lnTo>
                  <a:lnTo>
                    <a:pt x="503389" y="10394"/>
                  </a:lnTo>
                  <a:lnTo>
                    <a:pt x="547516" y="23137"/>
                  </a:lnTo>
                  <a:lnTo>
                    <a:pt x="589887" y="40688"/>
                  </a:lnTo>
                  <a:lnTo>
                    <a:pt x="630100" y="62879"/>
                  </a:lnTo>
                  <a:lnTo>
                    <a:pt x="667752" y="89546"/>
                  </a:lnTo>
                  <a:lnTo>
                    <a:pt x="702439" y="120519"/>
                  </a:lnTo>
                  <a:lnTo>
                    <a:pt x="733413" y="155207"/>
                  </a:lnTo>
                  <a:lnTo>
                    <a:pt x="760079" y="192859"/>
                  </a:lnTo>
                  <a:lnTo>
                    <a:pt x="782271" y="233072"/>
                  </a:lnTo>
                  <a:lnTo>
                    <a:pt x="799822" y="275443"/>
                  </a:lnTo>
                  <a:lnTo>
                    <a:pt x="812565" y="319570"/>
                  </a:lnTo>
                  <a:lnTo>
                    <a:pt x="820333" y="365050"/>
                  </a:lnTo>
                  <a:lnTo>
                    <a:pt x="822959" y="411479"/>
                  </a:lnTo>
                  <a:lnTo>
                    <a:pt x="820191" y="459467"/>
                  </a:lnTo>
                  <a:lnTo>
                    <a:pt x="812092" y="505828"/>
                  </a:lnTo>
                  <a:lnTo>
                    <a:pt x="798971" y="550255"/>
                  </a:lnTo>
                  <a:lnTo>
                    <a:pt x="781136" y="592438"/>
                  </a:lnTo>
                  <a:lnTo>
                    <a:pt x="758897" y="632069"/>
                  </a:lnTo>
                  <a:lnTo>
                    <a:pt x="732562" y="668839"/>
                  </a:lnTo>
                  <a:lnTo>
                    <a:pt x="702440" y="702440"/>
                  </a:lnTo>
                  <a:lnTo>
                    <a:pt x="668839" y="732562"/>
                  </a:lnTo>
                  <a:lnTo>
                    <a:pt x="632069" y="758897"/>
                  </a:lnTo>
                  <a:lnTo>
                    <a:pt x="592438" y="781136"/>
                  </a:lnTo>
                  <a:lnTo>
                    <a:pt x="550255" y="798971"/>
                  </a:lnTo>
                  <a:lnTo>
                    <a:pt x="505828" y="812092"/>
                  </a:lnTo>
                  <a:lnTo>
                    <a:pt x="459467" y="820191"/>
                  </a:lnTo>
                  <a:lnTo>
                    <a:pt x="411479" y="82295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8590" y="3077870"/>
              <a:ext cx="427938" cy="42793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8917387" y="4034028"/>
            <a:ext cx="2705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4F4F4"/>
                </a:solidFill>
                <a:latin typeface="Calibri"/>
                <a:cs typeface="Calibri"/>
              </a:rPr>
              <a:t>Car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0097769" y="2462529"/>
            <a:ext cx="1475740" cy="2298700"/>
            <a:chOff x="10097769" y="2462529"/>
            <a:chExt cx="1475740" cy="2298700"/>
          </a:xfrm>
        </p:grpSpPr>
        <p:sp>
          <p:nvSpPr>
            <p:cNvPr id="41" name="object 41"/>
            <p:cNvSpPr/>
            <p:nvPr/>
          </p:nvSpPr>
          <p:spPr>
            <a:xfrm>
              <a:off x="10104119" y="2468879"/>
              <a:ext cx="1463040" cy="2286000"/>
            </a:xfrm>
            <a:custGeom>
              <a:avLst/>
              <a:gdLst/>
              <a:ahLst/>
              <a:cxnLst/>
              <a:rect l="l" t="t" r="r" b="b"/>
              <a:pathLst>
                <a:path w="1463040" h="2286000">
                  <a:moveTo>
                    <a:pt x="1353311" y="2285999"/>
                  </a:moveTo>
                  <a:lnTo>
                    <a:pt x="109727" y="2285999"/>
                  </a:lnTo>
                  <a:lnTo>
                    <a:pt x="67016" y="2277377"/>
                  </a:lnTo>
                  <a:lnTo>
                    <a:pt x="32138" y="2253861"/>
                  </a:lnTo>
                  <a:lnTo>
                    <a:pt x="8622" y="2218983"/>
                  </a:lnTo>
                  <a:lnTo>
                    <a:pt x="0" y="2176271"/>
                  </a:lnTo>
                  <a:lnTo>
                    <a:pt x="0" y="109727"/>
                  </a:lnTo>
                  <a:lnTo>
                    <a:pt x="8622" y="67016"/>
                  </a:lnTo>
                  <a:lnTo>
                    <a:pt x="32138" y="32138"/>
                  </a:lnTo>
                  <a:lnTo>
                    <a:pt x="67016" y="8622"/>
                  </a:lnTo>
                  <a:lnTo>
                    <a:pt x="109727" y="0"/>
                  </a:lnTo>
                  <a:lnTo>
                    <a:pt x="1353311" y="0"/>
                  </a:lnTo>
                  <a:lnTo>
                    <a:pt x="1395303" y="8352"/>
                  </a:lnTo>
                  <a:lnTo>
                    <a:pt x="1430900" y="32138"/>
                  </a:lnTo>
                  <a:lnTo>
                    <a:pt x="1454687" y="67736"/>
                  </a:lnTo>
                  <a:lnTo>
                    <a:pt x="1463039" y="109727"/>
                  </a:lnTo>
                  <a:lnTo>
                    <a:pt x="1463039" y="2176271"/>
                  </a:lnTo>
                  <a:lnTo>
                    <a:pt x="1454416" y="2218983"/>
                  </a:lnTo>
                  <a:lnTo>
                    <a:pt x="1430901" y="2253861"/>
                  </a:lnTo>
                  <a:lnTo>
                    <a:pt x="1396022" y="2277377"/>
                  </a:lnTo>
                  <a:lnTo>
                    <a:pt x="1353311" y="22859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104119" y="2468879"/>
              <a:ext cx="1463040" cy="2286000"/>
            </a:xfrm>
            <a:custGeom>
              <a:avLst/>
              <a:gdLst/>
              <a:ahLst/>
              <a:cxnLst/>
              <a:rect l="l" t="t" r="r" b="b"/>
              <a:pathLst>
                <a:path w="1463040" h="2286000">
                  <a:moveTo>
                    <a:pt x="0" y="109727"/>
                  </a:moveTo>
                  <a:lnTo>
                    <a:pt x="8622" y="67016"/>
                  </a:lnTo>
                  <a:lnTo>
                    <a:pt x="32138" y="32138"/>
                  </a:lnTo>
                  <a:lnTo>
                    <a:pt x="67016" y="8622"/>
                  </a:lnTo>
                  <a:lnTo>
                    <a:pt x="109727" y="0"/>
                  </a:lnTo>
                  <a:lnTo>
                    <a:pt x="1353311" y="0"/>
                  </a:lnTo>
                  <a:lnTo>
                    <a:pt x="1395303" y="8352"/>
                  </a:lnTo>
                  <a:lnTo>
                    <a:pt x="1430900" y="32138"/>
                  </a:lnTo>
                  <a:lnTo>
                    <a:pt x="1454687" y="67736"/>
                  </a:lnTo>
                  <a:lnTo>
                    <a:pt x="1463039" y="109727"/>
                  </a:lnTo>
                  <a:lnTo>
                    <a:pt x="1463039" y="2176271"/>
                  </a:lnTo>
                  <a:lnTo>
                    <a:pt x="1454416" y="2218983"/>
                  </a:lnTo>
                  <a:lnTo>
                    <a:pt x="1430901" y="2253861"/>
                  </a:lnTo>
                  <a:lnTo>
                    <a:pt x="1396022" y="2277377"/>
                  </a:lnTo>
                  <a:lnTo>
                    <a:pt x="1353311" y="2285999"/>
                  </a:lnTo>
                  <a:lnTo>
                    <a:pt x="109727" y="2285999"/>
                  </a:lnTo>
                  <a:lnTo>
                    <a:pt x="67016" y="2277377"/>
                  </a:lnTo>
                  <a:lnTo>
                    <a:pt x="32138" y="2253861"/>
                  </a:lnTo>
                  <a:lnTo>
                    <a:pt x="8622" y="2218983"/>
                  </a:lnTo>
                  <a:lnTo>
                    <a:pt x="0" y="2176271"/>
                  </a:lnTo>
                  <a:lnTo>
                    <a:pt x="0" y="109727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0424159" y="2880359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79" y="822959"/>
                  </a:moveTo>
                  <a:lnTo>
                    <a:pt x="363492" y="820191"/>
                  </a:lnTo>
                  <a:lnTo>
                    <a:pt x="317131" y="812092"/>
                  </a:lnTo>
                  <a:lnTo>
                    <a:pt x="272704" y="798971"/>
                  </a:lnTo>
                  <a:lnTo>
                    <a:pt x="230521" y="781136"/>
                  </a:lnTo>
                  <a:lnTo>
                    <a:pt x="190890" y="758897"/>
                  </a:lnTo>
                  <a:lnTo>
                    <a:pt x="154120" y="732562"/>
                  </a:lnTo>
                  <a:lnTo>
                    <a:pt x="120519" y="702440"/>
                  </a:lnTo>
                  <a:lnTo>
                    <a:pt x="90397" y="668839"/>
                  </a:lnTo>
                  <a:lnTo>
                    <a:pt x="64062" y="632069"/>
                  </a:lnTo>
                  <a:lnTo>
                    <a:pt x="41823" y="592438"/>
                  </a:lnTo>
                  <a:lnTo>
                    <a:pt x="23988" y="550255"/>
                  </a:lnTo>
                  <a:lnTo>
                    <a:pt x="10867" y="505828"/>
                  </a:lnTo>
                  <a:lnTo>
                    <a:pt x="2768" y="459467"/>
                  </a:lnTo>
                  <a:lnTo>
                    <a:pt x="0" y="411479"/>
                  </a:lnTo>
                  <a:lnTo>
                    <a:pt x="2768" y="363492"/>
                  </a:lnTo>
                  <a:lnTo>
                    <a:pt x="10867" y="317131"/>
                  </a:lnTo>
                  <a:lnTo>
                    <a:pt x="23988" y="272704"/>
                  </a:lnTo>
                  <a:lnTo>
                    <a:pt x="41823" y="230521"/>
                  </a:lnTo>
                  <a:lnTo>
                    <a:pt x="64062" y="190890"/>
                  </a:lnTo>
                  <a:lnTo>
                    <a:pt x="90397" y="154120"/>
                  </a:lnTo>
                  <a:lnTo>
                    <a:pt x="120519" y="120519"/>
                  </a:lnTo>
                  <a:lnTo>
                    <a:pt x="154120" y="90397"/>
                  </a:lnTo>
                  <a:lnTo>
                    <a:pt x="190890" y="64062"/>
                  </a:lnTo>
                  <a:lnTo>
                    <a:pt x="230521" y="41823"/>
                  </a:lnTo>
                  <a:lnTo>
                    <a:pt x="272704" y="23988"/>
                  </a:lnTo>
                  <a:lnTo>
                    <a:pt x="317131" y="10867"/>
                  </a:lnTo>
                  <a:lnTo>
                    <a:pt x="363492" y="2768"/>
                  </a:lnTo>
                  <a:lnTo>
                    <a:pt x="411479" y="0"/>
                  </a:lnTo>
                  <a:lnTo>
                    <a:pt x="457909" y="2626"/>
                  </a:lnTo>
                  <a:lnTo>
                    <a:pt x="503389" y="10394"/>
                  </a:lnTo>
                  <a:lnTo>
                    <a:pt x="547516" y="23137"/>
                  </a:lnTo>
                  <a:lnTo>
                    <a:pt x="589887" y="40688"/>
                  </a:lnTo>
                  <a:lnTo>
                    <a:pt x="630100" y="62879"/>
                  </a:lnTo>
                  <a:lnTo>
                    <a:pt x="667752" y="89546"/>
                  </a:lnTo>
                  <a:lnTo>
                    <a:pt x="702439" y="120519"/>
                  </a:lnTo>
                  <a:lnTo>
                    <a:pt x="733413" y="155207"/>
                  </a:lnTo>
                  <a:lnTo>
                    <a:pt x="760080" y="192859"/>
                  </a:lnTo>
                  <a:lnTo>
                    <a:pt x="782272" y="233072"/>
                  </a:lnTo>
                  <a:lnTo>
                    <a:pt x="799822" y="275443"/>
                  </a:lnTo>
                  <a:lnTo>
                    <a:pt x="812565" y="319570"/>
                  </a:lnTo>
                  <a:lnTo>
                    <a:pt x="820333" y="365050"/>
                  </a:lnTo>
                  <a:lnTo>
                    <a:pt x="822959" y="411479"/>
                  </a:lnTo>
                  <a:lnTo>
                    <a:pt x="820191" y="459467"/>
                  </a:lnTo>
                  <a:lnTo>
                    <a:pt x="812092" y="505828"/>
                  </a:lnTo>
                  <a:lnTo>
                    <a:pt x="798971" y="550255"/>
                  </a:lnTo>
                  <a:lnTo>
                    <a:pt x="781136" y="592438"/>
                  </a:lnTo>
                  <a:lnTo>
                    <a:pt x="758897" y="632069"/>
                  </a:lnTo>
                  <a:lnTo>
                    <a:pt x="732562" y="668839"/>
                  </a:lnTo>
                  <a:lnTo>
                    <a:pt x="702440" y="702440"/>
                  </a:lnTo>
                  <a:lnTo>
                    <a:pt x="668839" y="732562"/>
                  </a:lnTo>
                  <a:lnTo>
                    <a:pt x="632069" y="758897"/>
                  </a:lnTo>
                  <a:lnTo>
                    <a:pt x="592438" y="781136"/>
                  </a:lnTo>
                  <a:lnTo>
                    <a:pt x="550255" y="798971"/>
                  </a:lnTo>
                  <a:lnTo>
                    <a:pt x="505828" y="812092"/>
                  </a:lnTo>
                  <a:lnTo>
                    <a:pt x="459467" y="820191"/>
                  </a:lnTo>
                  <a:lnTo>
                    <a:pt x="411479" y="82295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1670" y="3077870"/>
              <a:ext cx="427939" cy="427938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0683767" y="4034028"/>
            <a:ext cx="3041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4F4F4"/>
                </a:solidFill>
                <a:latin typeface="Calibri"/>
                <a:cs typeface="Calibri"/>
              </a:rPr>
              <a:t>Van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46" name="object 46"/>
          <p:cNvSpPr txBox="1"/>
          <p:nvPr/>
        </p:nvSpPr>
        <p:spPr>
          <a:xfrm>
            <a:off x="6708140" y="5430011"/>
            <a:ext cx="37782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A8A8A8"/>
                </a:solidFill>
                <a:latin typeface="Calibri"/>
                <a:cs typeface="Calibri"/>
              </a:rPr>
              <a:t>Home</a:t>
            </a:r>
            <a:r>
              <a:rPr dirty="0" sz="110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8A8A8"/>
                </a:solidFill>
                <a:latin typeface="Calibri"/>
                <a:cs typeface="Calibri"/>
              </a:rPr>
              <a:t>page</a:t>
            </a:r>
            <a:r>
              <a:rPr dirty="0" sz="110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8A8A8"/>
                </a:solidFill>
                <a:latin typeface="Calibri"/>
                <a:cs typeface="Calibri"/>
              </a:rPr>
              <a:t>hero</a:t>
            </a:r>
            <a:r>
              <a:rPr dirty="0" sz="110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8A8A8"/>
                </a:solidFill>
                <a:latin typeface="Calibri"/>
                <a:cs typeface="Calibri"/>
              </a:rPr>
              <a:t>cards</a:t>
            </a:r>
            <a:r>
              <a:rPr dirty="0" sz="110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8A8A8"/>
                </a:solidFill>
                <a:latin typeface="Calibri"/>
                <a:cs typeface="Calibri"/>
              </a:rPr>
              <a:t>let</a:t>
            </a:r>
            <a:r>
              <a:rPr dirty="0" sz="110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8A8A8"/>
                </a:solidFill>
                <a:latin typeface="Calibri"/>
                <a:cs typeface="Calibri"/>
              </a:rPr>
              <a:t>customers</a:t>
            </a:r>
            <a:r>
              <a:rPr dirty="0" sz="110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8A8A8"/>
                </a:solidFill>
                <a:latin typeface="Calibri"/>
                <a:cs typeface="Calibri"/>
              </a:rPr>
              <a:t>jump</a:t>
            </a:r>
            <a:r>
              <a:rPr dirty="0" sz="110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8A8A8"/>
                </a:solidFill>
                <a:latin typeface="Calibri"/>
                <a:cs typeface="Calibri"/>
              </a:rPr>
              <a:t>straight</a:t>
            </a:r>
            <a:r>
              <a:rPr dirty="0" sz="110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8A8A8"/>
                </a:solidFill>
                <a:latin typeface="Calibri"/>
                <a:cs typeface="Calibri"/>
              </a:rPr>
              <a:t>into</a:t>
            </a:r>
            <a:r>
              <a:rPr dirty="0" sz="110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8A8A8"/>
                </a:solidFill>
                <a:latin typeface="Calibri"/>
                <a:cs typeface="Calibri"/>
              </a:rPr>
              <a:t>a</a:t>
            </a:r>
            <a:r>
              <a:rPr dirty="0" sz="110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8A8A8"/>
                </a:solidFill>
                <a:latin typeface="Calibri"/>
                <a:cs typeface="Calibri"/>
              </a:rPr>
              <a:t>category.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/>
              <a:t>Home</a:t>
            </a:r>
            <a:r>
              <a:rPr dirty="0" spc="-110"/>
              <a:t> </a:t>
            </a:r>
            <a:r>
              <a:rPr dirty="0" spc="-20"/>
              <a:t>Page</a:t>
            </a: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First</a:t>
            </a:r>
            <a:r>
              <a:rPr dirty="0" sz="1400" spc="-5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impression:</a:t>
            </a:r>
            <a:r>
              <a:rPr dirty="0" sz="1400" spc="-5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hero,</a:t>
            </a:r>
            <a:r>
              <a:rPr dirty="0" sz="1400" spc="-4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navbar</a:t>
            </a:r>
            <a:r>
              <a:rPr dirty="0" sz="1400" spc="-5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and</a:t>
            </a:r>
            <a:r>
              <a:rPr dirty="0" sz="1400" spc="-4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category</a:t>
            </a:r>
            <a:r>
              <a:rPr dirty="0" sz="1400" spc="-5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shortcuts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2542" y="2654554"/>
            <a:ext cx="411543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indent="-3619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4650" algn="l"/>
              </a:tabLst>
            </a:pP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Sticky</a:t>
            </a:r>
            <a:r>
              <a:rPr dirty="0" sz="1450" spc="-5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navbar</a:t>
            </a:r>
            <a:r>
              <a:rPr dirty="0" sz="1450" spc="-5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with</a:t>
            </a:r>
            <a:r>
              <a:rPr dirty="0" sz="145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Home,</a:t>
            </a:r>
            <a:r>
              <a:rPr dirty="0" sz="1450" spc="-5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F4F4F4"/>
                </a:solidFill>
                <a:latin typeface="Calibri"/>
                <a:cs typeface="Calibri"/>
              </a:rPr>
              <a:t>Vehicles,</a:t>
            </a:r>
            <a:r>
              <a:rPr dirty="0" sz="145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Login,</a:t>
            </a:r>
            <a:r>
              <a:rPr dirty="0" sz="1450" spc="-5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Calibri"/>
                <a:cs typeface="Calibri"/>
              </a:rPr>
              <a:t>Register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2542" y="3053334"/>
            <a:ext cx="393827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indent="-3619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4650" algn="l"/>
              </a:tabLst>
            </a:pP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Bold</a:t>
            </a:r>
            <a:r>
              <a:rPr dirty="0" sz="145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hero</a:t>
            </a:r>
            <a:r>
              <a:rPr dirty="0" sz="145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Calibri"/>
                <a:cs typeface="Calibri"/>
              </a:rPr>
              <a:t>heading</a:t>
            </a:r>
            <a:r>
              <a:rPr dirty="0" sz="145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—</a:t>
            </a:r>
            <a:r>
              <a:rPr dirty="0" sz="145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F4F4F4"/>
                </a:solidFill>
                <a:latin typeface="Calibri"/>
                <a:cs typeface="Calibri"/>
              </a:rPr>
              <a:t>"Your</a:t>
            </a:r>
            <a:r>
              <a:rPr dirty="0" sz="14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Calibri"/>
                <a:cs typeface="Calibri"/>
              </a:rPr>
              <a:t>Journey.</a:t>
            </a:r>
            <a:r>
              <a:rPr dirty="0" sz="145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F4F4F4"/>
                </a:solidFill>
                <a:latin typeface="Calibri"/>
                <a:cs typeface="Calibri"/>
              </a:rPr>
              <a:t>Your</a:t>
            </a:r>
            <a:r>
              <a:rPr dirty="0" sz="145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Calibri"/>
                <a:cs typeface="Calibri"/>
              </a:rPr>
              <a:t>Ride."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542" y="3452114"/>
            <a:ext cx="423989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indent="-3619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4650" algn="l"/>
              </a:tabLst>
            </a:pP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Subtitle</a:t>
            </a:r>
            <a:r>
              <a:rPr dirty="0" sz="14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plus</a:t>
            </a:r>
            <a:r>
              <a:rPr dirty="0" sz="14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a</a:t>
            </a:r>
            <a:r>
              <a:rPr dirty="0" sz="14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clear</a:t>
            </a:r>
            <a:r>
              <a:rPr dirty="0" sz="14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Calibri"/>
                <a:cs typeface="Calibri"/>
              </a:rPr>
              <a:t>"Explore</a:t>
            </a:r>
            <a:r>
              <a:rPr dirty="0" sz="14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F4F4F4"/>
                </a:solidFill>
                <a:latin typeface="Calibri"/>
                <a:cs typeface="Calibri"/>
              </a:rPr>
              <a:t>Vehicles"</a:t>
            </a:r>
            <a:r>
              <a:rPr dirty="0" sz="14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call</a:t>
            </a:r>
            <a:r>
              <a:rPr dirty="0" sz="14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to</a:t>
            </a:r>
            <a:r>
              <a:rPr dirty="0" sz="14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Calibri"/>
                <a:cs typeface="Calibri"/>
              </a:rPr>
              <a:t>action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542" y="3850894"/>
            <a:ext cx="332486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indent="-3619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4650" algn="l"/>
              </a:tabLst>
            </a:pP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Three</a:t>
            </a:r>
            <a:r>
              <a:rPr dirty="0" sz="1450" spc="-5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Calibri"/>
                <a:cs typeface="Calibri"/>
              </a:rPr>
              <a:t>category</a:t>
            </a:r>
            <a:r>
              <a:rPr dirty="0" sz="145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cards:</a:t>
            </a:r>
            <a:r>
              <a:rPr dirty="0" sz="145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Calibri"/>
                <a:cs typeface="Calibri"/>
              </a:rPr>
              <a:t>Bike,</a:t>
            </a:r>
            <a:r>
              <a:rPr dirty="0" sz="1450" spc="-5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Car</a:t>
            </a:r>
            <a:r>
              <a:rPr dirty="0" sz="145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4F4F4"/>
                </a:solidFill>
                <a:latin typeface="Calibri"/>
                <a:cs typeface="Calibri"/>
              </a:rPr>
              <a:t>and</a:t>
            </a:r>
            <a:r>
              <a:rPr dirty="0" sz="1450" spc="-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F4F4F4"/>
                </a:solidFill>
                <a:latin typeface="Calibri"/>
                <a:cs typeface="Calibri"/>
              </a:rPr>
              <a:t>Van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7022" y="1637982"/>
            <a:ext cx="6279515" cy="4679315"/>
            <a:chOff x="5387022" y="1637982"/>
            <a:chExt cx="6279515" cy="4679315"/>
          </a:xfrm>
        </p:grpSpPr>
        <p:sp>
          <p:nvSpPr>
            <p:cNvPr id="8" name="object 8"/>
            <p:cNvSpPr/>
            <p:nvPr/>
          </p:nvSpPr>
          <p:spPr>
            <a:xfrm>
              <a:off x="5394959" y="1645920"/>
              <a:ext cx="6263640" cy="4663440"/>
            </a:xfrm>
            <a:custGeom>
              <a:avLst/>
              <a:gdLst/>
              <a:ahLst/>
              <a:cxnLst/>
              <a:rect l="l" t="t" r="r" b="b"/>
              <a:pathLst>
                <a:path w="6263640" h="4663440">
                  <a:moveTo>
                    <a:pt x="6153909" y="4663439"/>
                  </a:moveTo>
                  <a:lnTo>
                    <a:pt x="109730" y="4663439"/>
                  </a:lnTo>
                  <a:lnTo>
                    <a:pt x="67018" y="4654816"/>
                  </a:lnTo>
                  <a:lnTo>
                    <a:pt x="32139" y="4631300"/>
                  </a:lnTo>
                  <a:lnTo>
                    <a:pt x="8623" y="4596421"/>
                  </a:lnTo>
                  <a:lnTo>
                    <a:pt x="0" y="455370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6153909" y="0"/>
                  </a:lnTo>
                  <a:lnTo>
                    <a:pt x="6195901" y="8352"/>
                  </a:lnTo>
                  <a:lnTo>
                    <a:pt x="6231500" y="32139"/>
                  </a:lnTo>
                  <a:lnTo>
                    <a:pt x="6255287" y="67738"/>
                  </a:lnTo>
                  <a:lnTo>
                    <a:pt x="6263639" y="109730"/>
                  </a:lnTo>
                  <a:lnTo>
                    <a:pt x="6263639" y="4553709"/>
                  </a:lnTo>
                  <a:lnTo>
                    <a:pt x="6255016" y="4596421"/>
                  </a:lnTo>
                  <a:lnTo>
                    <a:pt x="6231500" y="4631300"/>
                  </a:lnTo>
                  <a:lnTo>
                    <a:pt x="6196621" y="4654816"/>
                  </a:lnTo>
                  <a:lnTo>
                    <a:pt x="6153909" y="4663439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394959" y="1645920"/>
              <a:ext cx="6263640" cy="4663440"/>
            </a:xfrm>
            <a:custGeom>
              <a:avLst/>
              <a:gdLst/>
              <a:ahLst/>
              <a:cxnLst/>
              <a:rect l="l" t="t" r="r" b="b"/>
              <a:pathLst>
                <a:path w="6263640" h="4663440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6153909" y="0"/>
                  </a:lnTo>
                  <a:lnTo>
                    <a:pt x="6195901" y="8352"/>
                  </a:lnTo>
                  <a:lnTo>
                    <a:pt x="6231500" y="32139"/>
                  </a:lnTo>
                  <a:lnTo>
                    <a:pt x="6255287" y="67738"/>
                  </a:lnTo>
                  <a:lnTo>
                    <a:pt x="6263639" y="109730"/>
                  </a:lnTo>
                  <a:lnTo>
                    <a:pt x="6263639" y="4553709"/>
                  </a:lnTo>
                  <a:lnTo>
                    <a:pt x="6255016" y="4596421"/>
                  </a:lnTo>
                  <a:lnTo>
                    <a:pt x="6231500" y="4631300"/>
                  </a:lnTo>
                  <a:lnTo>
                    <a:pt x="6196621" y="4654816"/>
                  </a:lnTo>
                  <a:lnTo>
                    <a:pt x="6153909" y="4663439"/>
                  </a:lnTo>
                  <a:lnTo>
                    <a:pt x="109730" y="4663439"/>
                  </a:lnTo>
                  <a:lnTo>
                    <a:pt x="67018" y="4654816"/>
                  </a:lnTo>
                  <a:lnTo>
                    <a:pt x="32139" y="4631300"/>
                  </a:lnTo>
                  <a:lnTo>
                    <a:pt x="8623" y="4596421"/>
                  </a:lnTo>
                  <a:lnTo>
                    <a:pt x="0" y="4553709"/>
                  </a:lnTo>
                  <a:lnTo>
                    <a:pt x="0" y="109730"/>
                  </a:lnTo>
                  <a:close/>
                </a:path>
              </a:pathLst>
            </a:custGeom>
            <a:ln w="15874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3559" y="1828800"/>
              <a:ext cx="128016" cy="1280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9592" y="1828800"/>
              <a:ext cx="128015" cy="128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5623" y="1828800"/>
              <a:ext cx="128016" cy="12801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94959" y="2103120"/>
            <a:ext cx="6263640" cy="502920"/>
          </a:xfrm>
          <a:prstGeom prst="rect">
            <a:avLst/>
          </a:prstGeom>
          <a:solidFill>
            <a:srgbClr val="202020"/>
          </a:solidFill>
        </p:spPr>
        <p:txBody>
          <a:bodyPr wrap="square" lIns="0" tIns="374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95"/>
              </a:spcBef>
            </a:pPr>
            <a:endParaRPr sz="8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tabLst>
                <a:tab pos="3548379" algn="l"/>
                <a:tab pos="4278630" algn="l"/>
                <a:tab pos="5117465" algn="l"/>
                <a:tab pos="5835015" algn="l"/>
              </a:tabLst>
            </a:pPr>
            <a:r>
              <a:rPr dirty="0" sz="1100" b="1">
                <a:solidFill>
                  <a:srgbClr val="F4F4F4"/>
                </a:solidFill>
                <a:latin typeface="Calibri"/>
                <a:cs typeface="Calibri"/>
              </a:rPr>
              <a:t>SADUGUDU</a:t>
            </a:r>
            <a:r>
              <a:rPr dirty="0" sz="1100" spc="-6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4F4F4"/>
                </a:solidFill>
                <a:latin typeface="Calibri"/>
                <a:cs typeface="Calibri"/>
              </a:rPr>
              <a:t>VANDI</a:t>
            </a:r>
            <a:r>
              <a:rPr dirty="0" sz="1100" b="1">
                <a:solidFill>
                  <a:srgbClr val="F4F4F4"/>
                </a:solidFill>
                <a:latin typeface="Calibri"/>
                <a:cs typeface="Calibri"/>
              </a:rPr>
              <a:t>	</a:t>
            </a:r>
            <a:r>
              <a:rPr dirty="0" baseline="6535" sz="1275" spc="-30">
                <a:solidFill>
                  <a:srgbClr val="A8A8A8"/>
                </a:solidFill>
                <a:latin typeface="Calibri"/>
                <a:cs typeface="Calibri"/>
              </a:rPr>
              <a:t>Home</a:t>
            </a:r>
            <a:r>
              <a:rPr dirty="0" baseline="6535" sz="1275">
                <a:solidFill>
                  <a:srgbClr val="A8A8A8"/>
                </a:solidFill>
                <a:latin typeface="Calibri"/>
                <a:cs typeface="Calibri"/>
              </a:rPr>
              <a:t>	</a:t>
            </a:r>
            <a:r>
              <a:rPr dirty="0" baseline="6535" sz="1275" spc="-15">
                <a:solidFill>
                  <a:srgbClr val="A8A8A8"/>
                </a:solidFill>
                <a:latin typeface="Calibri"/>
                <a:cs typeface="Calibri"/>
              </a:rPr>
              <a:t>Vehicles</a:t>
            </a:r>
            <a:r>
              <a:rPr dirty="0" baseline="6535" sz="1275">
                <a:solidFill>
                  <a:srgbClr val="A8A8A8"/>
                </a:solidFill>
                <a:latin typeface="Calibri"/>
                <a:cs typeface="Calibri"/>
              </a:rPr>
              <a:t>	</a:t>
            </a:r>
            <a:r>
              <a:rPr dirty="0" baseline="6535" sz="1275" spc="-15">
                <a:solidFill>
                  <a:srgbClr val="A8A8A8"/>
                </a:solidFill>
                <a:latin typeface="Calibri"/>
                <a:cs typeface="Calibri"/>
              </a:rPr>
              <a:t>Login</a:t>
            </a:r>
            <a:r>
              <a:rPr dirty="0" baseline="6535" sz="1275">
                <a:solidFill>
                  <a:srgbClr val="A8A8A8"/>
                </a:solidFill>
                <a:latin typeface="Calibri"/>
                <a:cs typeface="Calibri"/>
              </a:rPr>
              <a:t>	</a:t>
            </a:r>
            <a:r>
              <a:rPr dirty="0" baseline="6535" sz="1275" spc="-15">
                <a:solidFill>
                  <a:srgbClr val="A8A8A8"/>
                </a:solidFill>
                <a:latin typeface="Calibri"/>
                <a:cs typeface="Calibri"/>
              </a:rPr>
              <a:t>Register</a:t>
            </a:r>
            <a:endParaRPr baseline="6535" sz="1275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3611" y="2910840"/>
            <a:ext cx="28251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5" b="1">
                <a:solidFill>
                  <a:srgbClr val="F4F4F4"/>
                </a:solidFill>
                <a:latin typeface="Cambria"/>
                <a:cs typeface="Cambria"/>
              </a:rPr>
              <a:t>Your</a:t>
            </a:r>
            <a:r>
              <a:rPr dirty="0" sz="2000" spc="-50" b="1">
                <a:solidFill>
                  <a:srgbClr val="F4F4F4"/>
                </a:solidFill>
                <a:latin typeface="Cambria"/>
                <a:cs typeface="Cambria"/>
              </a:rPr>
              <a:t> </a:t>
            </a:r>
            <a:r>
              <a:rPr dirty="0" sz="2000" spc="-35" b="1">
                <a:solidFill>
                  <a:srgbClr val="F4F4F4"/>
                </a:solidFill>
                <a:latin typeface="Cambria"/>
                <a:cs typeface="Cambria"/>
              </a:rPr>
              <a:t>Journey.</a:t>
            </a:r>
            <a:r>
              <a:rPr dirty="0" sz="2000" spc="-45" b="1">
                <a:solidFill>
                  <a:srgbClr val="F4F4F4"/>
                </a:solidFill>
                <a:latin typeface="Cambria"/>
                <a:cs typeface="Cambria"/>
              </a:rPr>
              <a:t> Your </a:t>
            </a:r>
            <a:r>
              <a:rPr dirty="0" sz="2000" spc="-10" b="1">
                <a:solidFill>
                  <a:srgbClr val="F4F4F4"/>
                </a:solidFill>
                <a:latin typeface="Cambria"/>
                <a:cs typeface="Cambria"/>
              </a:rPr>
              <a:t>Ride.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36143" y="3426460"/>
            <a:ext cx="33794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Choose</a:t>
            </a:r>
            <a:r>
              <a:rPr dirty="0" sz="10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your</a:t>
            </a:r>
            <a:r>
              <a:rPr dirty="0" sz="10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vehicle</a:t>
            </a:r>
            <a:r>
              <a:rPr dirty="0" sz="100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and</a:t>
            </a:r>
            <a:r>
              <a:rPr dirty="0" sz="10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start</a:t>
            </a:r>
            <a:r>
              <a:rPr dirty="0" sz="10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your</a:t>
            </a:r>
            <a:r>
              <a:rPr dirty="0" sz="100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journey</a:t>
            </a:r>
            <a:r>
              <a:rPr dirty="0" sz="10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A8A8A8"/>
                </a:solidFill>
                <a:latin typeface="Calibri"/>
                <a:cs typeface="Calibri"/>
              </a:rPr>
              <a:t>with</a:t>
            </a:r>
            <a:r>
              <a:rPr dirty="0" sz="10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Sadugudu</a:t>
            </a:r>
            <a:r>
              <a:rPr dirty="0" sz="100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A8A8A8"/>
                </a:solidFill>
                <a:latin typeface="Calibri"/>
                <a:cs typeface="Calibri"/>
              </a:rPr>
              <a:t>Vandi.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49540" y="3794759"/>
            <a:ext cx="1554480" cy="365760"/>
          </a:xfrm>
          <a:custGeom>
            <a:avLst/>
            <a:gdLst/>
            <a:ahLst/>
            <a:cxnLst/>
            <a:rect l="l" t="t" r="r" b="b"/>
            <a:pathLst>
              <a:path w="1554479" h="365760">
                <a:moveTo>
                  <a:pt x="1371599" y="365759"/>
                </a:moveTo>
                <a:lnTo>
                  <a:pt x="182879" y="365759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2"/>
                </a:lnTo>
                <a:lnTo>
                  <a:pt x="6532" y="231496"/>
                </a:lnTo>
                <a:lnTo>
                  <a:pt x="0" y="182879"/>
                </a:ln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79" y="0"/>
                </a:lnTo>
                <a:lnTo>
                  <a:pt x="1371599" y="0"/>
                </a:lnTo>
                <a:lnTo>
                  <a:pt x="1441585" y="13920"/>
                </a:lnTo>
                <a:lnTo>
                  <a:pt x="1500915" y="53564"/>
                </a:lnTo>
                <a:lnTo>
                  <a:pt x="1540559" y="112894"/>
                </a:lnTo>
                <a:lnTo>
                  <a:pt x="1554479" y="182879"/>
                </a:lnTo>
                <a:lnTo>
                  <a:pt x="1547947" y="231496"/>
                </a:lnTo>
                <a:lnTo>
                  <a:pt x="1529511" y="275182"/>
                </a:lnTo>
                <a:lnTo>
                  <a:pt x="1500915" y="312195"/>
                </a:lnTo>
                <a:lnTo>
                  <a:pt x="1463903" y="340791"/>
                </a:lnTo>
                <a:lnTo>
                  <a:pt x="1420216" y="359227"/>
                </a:lnTo>
                <a:lnTo>
                  <a:pt x="1371599" y="365759"/>
                </a:lnTo>
                <a:close/>
              </a:path>
            </a:pathLst>
          </a:custGeom>
          <a:solidFill>
            <a:srgbClr val="FF6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108254" y="3887723"/>
            <a:ext cx="83693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Vehicles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14390" y="4428490"/>
            <a:ext cx="1567180" cy="1567180"/>
            <a:chOff x="5914390" y="4428490"/>
            <a:chExt cx="1567180" cy="1567180"/>
          </a:xfrm>
        </p:grpSpPr>
        <p:sp>
          <p:nvSpPr>
            <p:cNvPr id="19" name="object 19"/>
            <p:cNvSpPr/>
            <p:nvPr/>
          </p:nvSpPr>
          <p:spPr>
            <a:xfrm>
              <a:off x="5920740" y="443484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1463044" y="1554479"/>
                  </a:moveTo>
                  <a:lnTo>
                    <a:pt x="91434" y="1554479"/>
                  </a:lnTo>
                  <a:lnTo>
                    <a:pt x="55844" y="1547294"/>
                  </a:lnTo>
                  <a:lnTo>
                    <a:pt x="26780" y="1527699"/>
                  </a:lnTo>
                  <a:lnTo>
                    <a:pt x="7185" y="1498635"/>
                  </a:lnTo>
                  <a:lnTo>
                    <a:pt x="0" y="1463045"/>
                  </a:lnTo>
                  <a:lnTo>
                    <a:pt x="0" y="91434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1463044" y="0"/>
                  </a:lnTo>
                  <a:lnTo>
                    <a:pt x="1513773" y="15362"/>
                  </a:lnTo>
                  <a:lnTo>
                    <a:pt x="1547519" y="56444"/>
                  </a:lnTo>
                  <a:lnTo>
                    <a:pt x="1554479" y="91434"/>
                  </a:lnTo>
                  <a:lnTo>
                    <a:pt x="1554479" y="1463045"/>
                  </a:lnTo>
                  <a:lnTo>
                    <a:pt x="1547294" y="1498635"/>
                  </a:lnTo>
                  <a:lnTo>
                    <a:pt x="1527699" y="1527699"/>
                  </a:lnTo>
                  <a:lnTo>
                    <a:pt x="1498635" y="1547294"/>
                  </a:lnTo>
                  <a:lnTo>
                    <a:pt x="1463044" y="155447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920740" y="443484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91434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1463044" y="0"/>
                  </a:lnTo>
                  <a:lnTo>
                    <a:pt x="1513773" y="15362"/>
                  </a:lnTo>
                  <a:lnTo>
                    <a:pt x="1547519" y="56444"/>
                  </a:lnTo>
                  <a:lnTo>
                    <a:pt x="1554479" y="91434"/>
                  </a:lnTo>
                  <a:lnTo>
                    <a:pt x="1554479" y="1463045"/>
                  </a:lnTo>
                  <a:lnTo>
                    <a:pt x="1547294" y="1498635"/>
                  </a:lnTo>
                  <a:lnTo>
                    <a:pt x="1527699" y="1527699"/>
                  </a:lnTo>
                  <a:lnTo>
                    <a:pt x="1498635" y="1547294"/>
                  </a:lnTo>
                  <a:lnTo>
                    <a:pt x="1463044" y="1554479"/>
                  </a:lnTo>
                  <a:lnTo>
                    <a:pt x="91434" y="1554479"/>
                  </a:lnTo>
                  <a:lnTo>
                    <a:pt x="55844" y="1547294"/>
                  </a:lnTo>
                  <a:lnTo>
                    <a:pt x="26780" y="1527699"/>
                  </a:lnTo>
                  <a:lnTo>
                    <a:pt x="7185" y="1498635"/>
                  </a:lnTo>
                  <a:lnTo>
                    <a:pt x="0" y="1463045"/>
                  </a:lnTo>
                  <a:lnTo>
                    <a:pt x="0" y="91434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423660" y="466344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3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5334" y="4795114"/>
              <a:ext cx="285292" cy="28529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562278" y="5452872"/>
            <a:ext cx="2717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1">
                <a:solidFill>
                  <a:srgbClr val="F4F4F4"/>
                </a:solidFill>
                <a:latin typeface="Calibri"/>
                <a:cs typeface="Calibri"/>
              </a:rPr>
              <a:t>Bike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743190" y="4428490"/>
            <a:ext cx="1567180" cy="1567180"/>
            <a:chOff x="7743190" y="4428490"/>
            <a:chExt cx="1567180" cy="1567180"/>
          </a:xfrm>
        </p:grpSpPr>
        <p:sp>
          <p:nvSpPr>
            <p:cNvPr id="25" name="object 25"/>
            <p:cNvSpPr/>
            <p:nvPr/>
          </p:nvSpPr>
          <p:spPr>
            <a:xfrm>
              <a:off x="7749540" y="443484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1463044" y="1554479"/>
                  </a:moveTo>
                  <a:lnTo>
                    <a:pt x="91434" y="1554479"/>
                  </a:lnTo>
                  <a:lnTo>
                    <a:pt x="55843" y="1547294"/>
                  </a:lnTo>
                  <a:lnTo>
                    <a:pt x="26780" y="1527699"/>
                  </a:lnTo>
                  <a:lnTo>
                    <a:pt x="7185" y="1498635"/>
                  </a:lnTo>
                  <a:lnTo>
                    <a:pt x="0" y="1463045"/>
                  </a:lnTo>
                  <a:lnTo>
                    <a:pt x="0" y="91434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3" y="7185"/>
                  </a:lnTo>
                  <a:lnTo>
                    <a:pt x="91434" y="0"/>
                  </a:lnTo>
                  <a:lnTo>
                    <a:pt x="1463044" y="0"/>
                  </a:lnTo>
                  <a:lnTo>
                    <a:pt x="1513773" y="15362"/>
                  </a:lnTo>
                  <a:lnTo>
                    <a:pt x="1547519" y="56444"/>
                  </a:lnTo>
                  <a:lnTo>
                    <a:pt x="1554479" y="91434"/>
                  </a:lnTo>
                  <a:lnTo>
                    <a:pt x="1554479" y="1463045"/>
                  </a:lnTo>
                  <a:lnTo>
                    <a:pt x="1547294" y="1498635"/>
                  </a:lnTo>
                  <a:lnTo>
                    <a:pt x="1527699" y="1527699"/>
                  </a:lnTo>
                  <a:lnTo>
                    <a:pt x="1498635" y="1547294"/>
                  </a:lnTo>
                  <a:lnTo>
                    <a:pt x="1463044" y="155447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749540" y="443484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91434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3" y="7185"/>
                  </a:lnTo>
                  <a:lnTo>
                    <a:pt x="91434" y="0"/>
                  </a:lnTo>
                  <a:lnTo>
                    <a:pt x="1463044" y="0"/>
                  </a:lnTo>
                  <a:lnTo>
                    <a:pt x="1513773" y="15362"/>
                  </a:lnTo>
                  <a:lnTo>
                    <a:pt x="1547519" y="56444"/>
                  </a:lnTo>
                  <a:lnTo>
                    <a:pt x="1554479" y="91434"/>
                  </a:lnTo>
                  <a:lnTo>
                    <a:pt x="1554479" y="1463045"/>
                  </a:lnTo>
                  <a:lnTo>
                    <a:pt x="1547294" y="1498635"/>
                  </a:lnTo>
                  <a:lnTo>
                    <a:pt x="1527699" y="1527699"/>
                  </a:lnTo>
                  <a:lnTo>
                    <a:pt x="1498635" y="1547294"/>
                  </a:lnTo>
                  <a:lnTo>
                    <a:pt x="1463044" y="1554479"/>
                  </a:lnTo>
                  <a:lnTo>
                    <a:pt x="91434" y="1554479"/>
                  </a:lnTo>
                  <a:lnTo>
                    <a:pt x="55843" y="1547294"/>
                  </a:lnTo>
                  <a:lnTo>
                    <a:pt x="26780" y="1527699"/>
                  </a:lnTo>
                  <a:lnTo>
                    <a:pt x="7185" y="1498635"/>
                  </a:lnTo>
                  <a:lnTo>
                    <a:pt x="0" y="1463045"/>
                  </a:lnTo>
                  <a:lnTo>
                    <a:pt x="0" y="91434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252460" y="466344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3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4134" y="4795114"/>
              <a:ext cx="285292" cy="28529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417866" y="5452872"/>
            <a:ext cx="21780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F4F4F4"/>
                </a:solidFill>
                <a:latin typeface="Calibri"/>
                <a:cs typeface="Calibri"/>
              </a:rPr>
              <a:t>Car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571990" y="4428490"/>
            <a:ext cx="1567180" cy="1567180"/>
            <a:chOff x="9571990" y="4428490"/>
            <a:chExt cx="1567180" cy="1567180"/>
          </a:xfrm>
        </p:grpSpPr>
        <p:sp>
          <p:nvSpPr>
            <p:cNvPr id="31" name="object 31"/>
            <p:cNvSpPr/>
            <p:nvPr/>
          </p:nvSpPr>
          <p:spPr>
            <a:xfrm>
              <a:off x="9578340" y="443484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1463044" y="1554479"/>
                  </a:moveTo>
                  <a:lnTo>
                    <a:pt x="91434" y="1554479"/>
                  </a:lnTo>
                  <a:lnTo>
                    <a:pt x="55843" y="1547294"/>
                  </a:lnTo>
                  <a:lnTo>
                    <a:pt x="26780" y="1527699"/>
                  </a:lnTo>
                  <a:lnTo>
                    <a:pt x="7185" y="1498635"/>
                  </a:lnTo>
                  <a:lnTo>
                    <a:pt x="0" y="1463045"/>
                  </a:lnTo>
                  <a:lnTo>
                    <a:pt x="0" y="91434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3" y="7185"/>
                  </a:lnTo>
                  <a:lnTo>
                    <a:pt x="91434" y="0"/>
                  </a:lnTo>
                  <a:lnTo>
                    <a:pt x="1463044" y="0"/>
                  </a:lnTo>
                  <a:lnTo>
                    <a:pt x="1513773" y="15362"/>
                  </a:lnTo>
                  <a:lnTo>
                    <a:pt x="1547519" y="56444"/>
                  </a:lnTo>
                  <a:lnTo>
                    <a:pt x="1554479" y="91434"/>
                  </a:lnTo>
                  <a:lnTo>
                    <a:pt x="1554479" y="1463045"/>
                  </a:lnTo>
                  <a:lnTo>
                    <a:pt x="1547294" y="1498635"/>
                  </a:lnTo>
                  <a:lnTo>
                    <a:pt x="1527699" y="1527699"/>
                  </a:lnTo>
                  <a:lnTo>
                    <a:pt x="1498635" y="1547294"/>
                  </a:lnTo>
                  <a:lnTo>
                    <a:pt x="1463044" y="155447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578340" y="443484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79" h="1554479">
                  <a:moveTo>
                    <a:pt x="0" y="91434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3" y="7185"/>
                  </a:lnTo>
                  <a:lnTo>
                    <a:pt x="91434" y="0"/>
                  </a:lnTo>
                  <a:lnTo>
                    <a:pt x="1463044" y="0"/>
                  </a:lnTo>
                  <a:lnTo>
                    <a:pt x="1513773" y="15362"/>
                  </a:lnTo>
                  <a:lnTo>
                    <a:pt x="1547519" y="56444"/>
                  </a:lnTo>
                  <a:lnTo>
                    <a:pt x="1554479" y="91434"/>
                  </a:lnTo>
                  <a:lnTo>
                    <a:pt x="1554479" y="1463045"/>
                  </a:lnTo>
                  <a:lnTo>
                    <a:pt x="1547294" y="1498635"/>
                  </a:lnTo>
                  <a:lnTo>
                    <a:pt x="1527699" y="1527699"/>
                  </a:lnTo>
                  <a:lnTo>
                    <a:pt x="1498635" y="1547294"/>
                  </a:lnTo>
                  <a:lnTo>
                    <a:pt x="1463044" y="1554479"/>
                  </a:lnTo>
                  <a:lnTo>
                    <a:pt x="91434" y="1554479"/>
                  </a:lnTo>
                  <a:lnTo>
                    <a:pt x="55843" y="1547294"/>
                  </a:lnTo>
                  <a:lnTo>
                    <a:pt x="26780" y="1527699"/>
                  </a:lnTo>
                  <a:lnTo>
                    <a:pt x="7185" y="1498635"/>
                  </a:lnTo>
                  <a:lnTo>
                    <a:pt x="0" y="1463045"/>
                  </a:lnTo>
                  <a:lnTo>
                    <a:pt x="0" y="91434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081260" y="466344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3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12934" y="4795114"/>
              <a:ext cx="285292" cy="28529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0233547" y="5452872"/>
            <a:ext cx="2444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F4F4F4"/>
                </a:solidFill>
                <a:latin typeface="Calibri"/>
                <a:cs typeface="Calibri"/>
              </a:rPr>
              <a:t>Van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3000" spc="-20"/>
              <a:t>Vehicle</a:t>
            </a:r>
            <a:r>
              <a:rPr dirty="0" sz="3000" spc="-65"/>
              <a:t> </a:t>
            </a:r>
            <a:r>
              <a:rPr dirty="0" sz="3000"/>
              <a:t>Listing</a:t>
            </a:r>
            <a:r>
              <a:rPr dirty="0" sz="3000" spc="-60"/>
              <a:t> </a:t>
            </a:r>
            <a:r>
              <a:rPr dirty="0" sz="3000"/>
              <a:t>&amp;</a:t>
            </a:r>
            <a:r>
              <a:rPr dirty="0" sz="3000" spc="-60"/>
              <a:t> </a:t>
            </a:r>
            <a:r>
              <a:rPr dirty="0" sz="3000" spc="-10"/>
              <a:t>Booking</a:t>
            </a:r>
            <a:endParaRPr sz="3000"/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From</a:t>
            </a:r>
            <a:r>
              <a:rPr dirty="0" sz="1400" spc="-3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browsing</a:t>
            </a:r>
            <a:r>
              <a:rPr dirty="0" sz="1400" spc="-2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to</a:t>
            </a:r>
            <a:r>
              <a:rPr dirty="0" sz="1400" spc="-2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a</a:t>
            </a:r>
            <a:r>
              <a:rPr dirty="0" sz="1400" spc="-2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confirmed</a:t>
            </a:r>
            <a:r>
              <a:rPr dirty="0" sz="1400" spc="-3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reservation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2290" y="1593850"/>
            <a:ext cx="5453380" cy="1430020"/>
            <a:chOff x="542290" y="1593850"/>
            <a:chExt cx="5453380" cy="1430020"/>
          </a:xfrm>
        </p:grpSpPr>
        <p:sp>
          <p:nvSpPr>
            <p:cNvPr id="4" name="object 4"/>
            <p:cNvSpPr/>
            <p:nvPr/>
          </p:nvSpPr>
          <p:spPr>
            <a:xfrm>
              <a:off x="548640" y="16002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5330950" y="1417319"/>
                  </a:move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1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8640" y="16002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1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77240" y="19888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859" y="2142439"/>
              <a:ext cx="332841" cy="33284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87500" y="1825244"/>
            <a:ext cx="10642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4F4F4"/>
                </a:solidFill>
                <a:latin typeface="Calibri"/>
                <a:cs typeface="Calibri"/>
              </a:rPr>
              <a:t>Search</a:t>
            </a:r>
            <a:r>
              <a:rPr dirty="0" sz="1350" spc="-2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4F4F4"/>
                </a:solidFill>
                <a:latin typeface="Calibri"/>
                <a:cs typeface="Calibri"/>
              </a:rPr>
              <a:t>&amp;</a:t>
            </a:r>
            <a:r>
              <a:rPr dirty="0" sz="1350" spc="-2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F4F4F4"/>
                </a:solidFill>
                <a:latin typeface="Calibri"/>
                <a:cs typeface="Calibri"/>
              </a:rPr>
              <a:t>Filter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7500" y="2443988"/>
            <a:ext cx="3850004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Search</a:t>
            </a:r>
            <a:r>
              <a:rPr dirty="0" sz="105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vehicles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by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name,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or</a:t>
            </a:r>
            <a:r>
              <a:rPr dirty="0" sz="105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filter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instantly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by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Bike</a:t>
            </a:r>
            <a:r>
              <a:rPr dirty="0" sz="105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/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Car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/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Van</a:t>
            </a:r>
            <a:r>
              <a:rPr dirty="0" sz="105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category.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11570" y="1593850"/>
            <a:ext cx="5453380" cy="1430020"/>
            <a:chOff x="6211570" y="1593850"/>
            <a:chExt cx="5453380" cy="1430020"/>
          </a:xfrm>
        </p:grpSpPr>
        <p:sp>
          <p:nvSpPr>
            <p:cNvPr id="11" name="object 11"/>
            <p:cNvSpPr/>
            <p:nvPr/>
          </p:nvSpPr>
          <p:spPr>
            <a:xfrm>
              <a:off x="6217920" y="16002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5330950" y="1417319"/>
                  </a:move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0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17920" y="16002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0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46520" y="19888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0139" y="2142439"/>
              <a:ext cx="332842" cy="33284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256780" y="1825244"/>
            <a:ext cx="9715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 b="1">
                <a:solidFill>
                  <a:srgbClr val="F4F4F4"/>
                </a:solidFill>
                <a:latin typeface="Calibri"/>
                <a:cs typeface="Calibri"/>
              </a:rPr>
              <a:t>Vehicle</a:t>
            </a:r>
            <a:r>
              <a:rPr dirty="0" sz="1350" spc="-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F4F4F4"/>
                </a:solidFill>
                <a:latin typeface="Calibri"/>
                <a:cs typeface="Calibri"/>
              </a:rPr>
              <a:t>Cards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56780" y="2443988"/>
            <a:ext cx="31629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Each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card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shows</a:t>
            </a:r>
            <a:r>
              <a:rPr dirty="0" sz="10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image,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name,</a:t>
            </a:r>
            <a:r>
              <a:rPr dirty="0" sz="10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category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and</a:t>
            </a:r>
            <a:r>
              <a:rPr dirty="0" sz="10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price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per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A8A8A8"/>
                </a:solidFill>
                <a:latin typeface="Calibri"/>
                <a:cs typeface="Calibri"/>
              </a:rPr>
              <a:t>day.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2290" y="3194050"/>
            <a:ext cx="5453380" cy="1430020"/>
            <a:chOff x="542290" y="3194050"/>
            <a:chExt cx="5453380" cy="1430020"/>
          </a:xfrm>
        </p:grpSpPr>
        <p:sp>
          <p:nvSpPr>
            <p:cNvPr id="18" name="object 18"/>
            <p:cNvSpPr/>
            <p:nvPr/>
          </p:nvSpPr>
          <p:spPr>
            <a:xfrm>
              <a:off x="548640" y="32004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5330950" y="1417319"/>
                  </a:move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1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48640" y="32004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1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77240" y="35890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0859" y="3742638"/>
              <a:ext cx="332841" cy="33284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587500" y="3425444"/>
            <a:ext cx="16167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4F4F4"/>
                </a:solidFill>
                <a:latin typeface="Calibri"/>
                <a:cs typeface="Calibri"/>
              </a:rPr>
              <a:t>Pickup</a:t>
            </a:r>
            <a:r>
              <a:rPr dirty="0" sz="1350" spc="-4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4F4F4"/>
                </a:solidFill>
                <a:latin typeface="Calibri"/>
                <a:cs typeface="Calibri"/>
              </a:rPr>
              <a:t>&amp;</a:t>
            </a:r>
            <a:r>
              <a:rPr dirty="0" sz="1350" spc="-4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4F4F4"/>
                </a:solidFill>
                <a:latin typeface="Calibri"/>
                <a:cs typeface="Calibri"/>
              </a:rPr>
              <a:t>Return</a:t>
            </a:r>
            <a:r>
              <a:rPr dirty="0" sz="1350" spc="-4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F4F4F4"/>
                </a:solidFill>
                <a:latin typeface="Calibri"/>
                <a:cs typeface="Calibri"/>
              </a:rPr>
              <a:t>Dates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7500" y="4044188"/>
            <a:ext cx="29444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Customers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choose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dates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directly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on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the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booking</a:t>
            </a:r>
            <a:r>
              <a:rPr dirty="0" sz="1050" spc="-1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A8A8A8"/>
                </a:solidFill>
                <a:latin typeface="Calibri"/>
                <a:cs typeface="Calibri"/>
              </a:rPr>
              <a:t>page.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211570" y="3194050"/>
            <a:ext cx="5453380" cy="1430020"/>
            <a:chOff x="6211570" y="3194050"/>
            <a:chExt cx="5453380" cy="1430020"/>
          </a:xfrm>
        </p:grpSpPr>
        <p:sp>
          <p:nvSpPr>
            <p:cNvPr id="25" name="object 25"/>
            <p:cNvSpPr/>
            <p:nvPr/>
          </p:nvSpPr>
          <p:spPr>
            <a:xfrm>
              <a:off x="6217920" y="32004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5330950" y="1417319"/>
                  </a:move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0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17920" y="32004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0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446520" y="35890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0139" y="3742638"/>
              <a:ext cx="332842" cy="33284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256780" y="3425444"/>
            <a:ext cx="15265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4F4F4"/>
                </a:solidFill>
                <a:latin typeface="Calibri"/>
                <a:cs typeface="Calibri"/>
              </a:rPr>
              <a:t>Live</a:t>
            </a:r>
            <a:r>
              <a:rPr dirty="0" sz="1350" spc="-40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4F4F4"/>
                </a:solidFill>
                <a:latin typeface="Calibri"/>
                <a:cs typeface="Calibri"/>
              </a:rPr>
              <a:t>Price</a:t>
            </a:r>
            <a:r>
              <a:rPr dirty="0" sz="1350" spc="-3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F4F4F4"/>
                </a:solidFill>
                <a:latin typeface="Calibri"/>
                <a:cs typeface="Calibri"/>
              </a:rPr>
              <a:t>Calculation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56780" y="4044188"/>
            <a:ext cx="34442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>
                <a:solidFill>
                  <a:srgbClr val="A8A8A8"/>
                </a:solidFill>
                <a:latin typeface="Calibri"/>
                <a:cs typeface="Calibri"/>
              </a:rPr>
              <a:t>Total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Price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=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Number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of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Days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×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Price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Per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A8A8A8"/>
                </a:solidFill>
                <a:latin typeface="Calibri"/>
                <a:cs typeface="Calibri"/>
              </a:rPr>
              <a:t>Day,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updated</a:t>
            </a:r>
            <a:r>
              <a:rPr dirty="0" sz="10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instantly.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2290" y="4794250"/>
            <a:ext cx="5453380" cy="1430020"/>
            <a:chOff x="542290" y="4794250"/>
            <a:chExt cx="5453380" cy="1430020"/>
          </a:xfrm>
        </p:grpSpPr>
        <p:sp>
          <p:nvSpPr>
            <p:cNvPr id="32" name="object 32"/>
            <p:cNvSpPr/>
            <p:nvPr/>
          </p:nvSpPr>
          <p:spPr>
            <a:xfrm>
              <a:off x="548640" y="48006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5330950" y="1417319"/>
                  </a:move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1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48640" y="48006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1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77240" y="51892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0859" y="5342838"/>
              <a:ext cx="332841" cy="332841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587500" y="5025644"/>
            <a:ext cx="19843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 b="1">
                <a:solidFill>
                  <a:srgbClr val="F4F4F4"/>
                </a:solidFill>
                <a:latin typeface="Calibri"/>
                <a:cs typeface="Calibri"/>
              </a:rPr>
              <a:t>Double-</a:t>
            </a:r>
            <a:r>
              <a:rPr dirty="0" sz="1350" spc="-10" b="1">
                <a:solidFill>
                  <a:srgbClr val="F4F4F4"/>
                </a:solidFill>
                <a:latin typeface="Calibri"/>
                <a:cs typeface="Calibri"/>
              </a:rPr>
              <a:t>Booking</a:t>
            </a:r>
            <a:r>
              <a:rPr dirty="0" sz="1350" spc="45" b="1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F4F4F4"/>
                </a:solidFill>
                <a:latin typeface="Calibri"/>
                <a:cs typeface="Calibri"/>
              </a:rPr>
              <a:t>Prevention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87500" y="5644388"/>
            <a:ext cx="36061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Overlapping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dates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for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the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same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 vehicle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are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 automatically rejected.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211570" y="4794250"/>
            <a:ext cx="5453380" cy="1430020"/>
            <a:chOff x="6211570" y="4794250"/>
            <a:chExt cx="5453380" cy="1430020"/>
          </a:xfrm>
        </p:grpSpPr>
        <p:sp>
          <p:nvSpPr>
            <p:cNvPr id="39" name="object 39"/>
            <p:cNvSpPr/>
            <p:nvPr/>
          </p:nvSpPr>
          <p:spPr>
            <a:xfrm>
              <a:off x="6217920" y="48006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5330950" y="1417319"/>
                  </a:move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0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217920" y="4800600"/>
              <a:ext cx="5440680" cy="1417320"/>
            </a:xfrm>
            <a:custGeom>
              <a:avLst/>
              <a:gdLst/>
              <a:ahLst/>
              <a:cxnLst/>
              <a:rect l="l" t="t" r="r" b="b"/>
              <a:pathLst>
                <a:path w="5440680" h="141732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5330950" y="0"/>
                  </a:lnTo>
                  <a:lnTo>
                    <a:pt x="5372942" y="8352"/>
                  </a:lnTo>
                  <a:lnTo>
                    <a:pt x="5408540" y="32138"/>
                  </a:lnTo>
                  <a:lnTo>
                    <a:pt x="5432327" y="67737"/>
                  </a:lnTo>
                  <a:lnTo>
                    <a:pt x="5440679" y="109728"/>
                  </a:lnTo>
                  <a:lnTo>
                    <a:pt x="5440679" y="1307590"/>
                  </a:lnTo>
                  <a:lnTo>
                    <a:pt x="5432056" y="1350302"/>
                  </a:lnTo>
                  <a:lnTo>
                    <a:pt x="5408541" y="1385181"/>
                  </a:lnTo>
                  <a:lnTo>
                    <a:pt x="5373662" y="1408696"/>
                  </a:lnTo>
                  <a:lnTo>
                    <a:pt x="5330950" y="1417319"/>
                  </a:lnTo>
                  <a:lnTo>
                    <a:pt x="109728" y="1417319"/>
                  </a:lnTo>
                  <a:lnTo>
                    <a:pt x="67017" y="1408696"/>
                  </a:lnTo>
                  <a:lnTo>
                    <a:pt x="32138" y="1385181"/>
                  </a:lnTo>
                  <a:lnTo>
                    <a:pt x="8623" y="1350302"/>
                  </a:lnTo>
                  <a:lnTo>
                    <a:pt x="0" y="130759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446520" y="51892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00139" y="5342838"/>
              <a:ext cx="332842" cy="332841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7256780" y="5025644"/>
            <a:ext cx="9404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4F4F4"/>
                </a:solidFill>
                <a:latin typeface="Calibri"/>
                <a:cs typeface="Calibri"/>
              </a:rPr>
              <a:t>My</a:t>
            </a:r>
            <a:r>
              <a:rPr dirty="0" sz="1350" spc="-10" b="1">
                <a:solidFill>
                  <a:srgbClr val="F4F4F4"/>
                </a:solidFill>
                <a:latin typeface="Calibri"/>
                <a:cs typeface="Calibri"/>
              </a:rPr>
              <a:t> Bookings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44" name="object 44"/>
          <p:cNvSpPr txBox="1"/>
          <p:nvPr/>
        </p:nvSpPr>
        <p:spPr>
          <a:xfrm>
            <a:off x="7256780" y="5644388"/>
            <a:ext cx="31883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View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booking</a:t>
            </a:r>
            <a:r>
              <a:rPr dirty="0" sz="10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history</a:t>
            </a:r>
            <a:r>
              <a:rPr dirty="0" sz="10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and</a:t>
            </a:r>
            <a:r>
              <a:rPr dirty="0" sz="10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cancel</a:t>
            </a:r>
            <a:r>
              <a:rPr dirty="0" sz="105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A8A8A8"/>
                </a:solidFill>
                <a:latin typeface="Calibri"/>
                <a:cs typeface="Calibri"/>
              </a:rPr>
              <a:t>any</a:t>
            </a:r>
            <a:r>
              <a:rPr dirty="0" sz="10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CONFIRMED</a:t>
            </a:r>
            <a:r>
              <a:rPr dirty="0" sz="1050" spc="-2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A8A8A8"/>
                </a:solidFill>
                <a:latin typeface="Calibri"/>
                <a:cs typeface="Calibri"/>
              </a:rPr>
              <a:t>booking.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pc="-10"/>
              <a:t>Database</a:t>
            </a:r>
            <a:r>
              <a:rPr dirty="0" spc="-100"/>
              <a:t> </a:t>
            </a:r>
            <a:r>
              <a:rPr dirty="0" spc="-10"/>
              <a:t>Design</a:t>
            </a: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Only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3</a:t>
            </a:r>
            <a:r>
              <a:rPr dirty="0" sz="1400" spc="-3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entities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—</a:t>
            </a:r>
            <a:r>
              <a:rPr dirty="0" sz="1400" spc="-3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kept</a:t>
            </a:r>
            <a:r>
              <a:rPr dirty="0" sz="1400" spc="-3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deliberately</a:t>
            </a:r>
            <a:r>
              <a:rPr dirty="0" sz="1400" spc="-30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simple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16026" y="1685289"/>
            <a:ext cx="3258820" cy="3395979"/>
            <a:chOff x="716026" y="1685289"/>
            <a:chExt cx="3258820" cy="3395979"/>
          </a:xfrm>
        </p:grpSpPr>
        <p:sp>
          <p:nvSpPr>
            <p:cNvPr id="4" name="object 4"/>
            <p:cNvSpPr/>
            <p:nvPr/>
          </p:nvSpPr>
          <p:spPr>
            <a:xfrm>
              <a:off x="722376" y="1691639"/>
              <a:ext cx="3246120" cy="3383279"/>
            </a:xfrm>
            <a:custGeom>
              <a:avLst/>
              <a:gdLst/>
              <a:ahLst/>
              <a:cxnLst/>
              <a:rect l="l" t="t" r="r" b="b"/>
              <a:pathLst>
                <a:path w="3246120" h="3383279">
                  <a:moveTo>
                    <a:pt x="3118093" y="3383279"/>
                  </a:moveTo>
                  <a:lnTo>
                    <a:pt x="128026" y="3383279"/>
                  </a:lnTo>
                  <a:lnTo>
                    <a:pt x="78193" y="3373219"/>
                  </a:lnTo>
                  <a:lnTo>
                    <a:pt x="37498" y="3345781"/>
                  </a:lnTo>
                  <a:lnTo>
                    <a:pt x="10060" y="3305086"/>
                  </a:lnTo>
                  <a:lnTo>
                    <a:pt x="0" y="3255252"/>
                  </a:lnTo>
                  <a:lnTo>
                    <a:pt x="0" y="128026"/>
                  </a:lnTo>
                  <a:lnTo>
                    <a:pt x="10060" y="78193"/>
                  </a:lnTo>
                  <a:lnTo>
                    <a:pt x="37498" y="37498"/>
                  </a:lnTo>
                  <a:lnTo>
                    <a:pt x="78193" y="10060"/>
                  </a:lnTo>
                  <a:lnTo>
                    <a:pt x="128026" y="0"/>
                  </a:lnTo>
                  <a:lnTo>
                    <a:pt x="3118093" y="0"/>
                  </a:lnTo>
                  <a:lnTo>
                    <a:pt x="3167086" y="9745"/>
                  </a:lnTo>
                  <a:lnTo>
                    <a:pt x="3208621" y="37498"/>
                  </a:lnTo>
                  <a:lnTo>
                    <a:pt x="3236374" y="79033"/>
                  </a:lnTo>
                  <a:lnTo>
                    <a:pt x="3246119" y="128026"/>
                  </a:lnTo>
                  <a:lnTo>
                    <a:pt x="3246119" y="3255252"/>
                  </a:lnTo>
                  <a:lnTo>
                    <a:pt x="3236059" y="3305086"/>
                  </a:lnTo>
                  <a:lnTo>
                    <a:pt x="3208621" y="3345781"/>
                  </a:lnTo>
                  <a:lnTo>
                    <a:pt x="3167927" y="3373219"/>
                  </a:lnTo>
                  <a:lnTo>
                    <a:pt x="3118093" y="338327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22376" y="1691639"/>
              <a:ext cx="3246120" cy="3383279"/>
            </a:xfrm>
            <a:custGeom>
              <a:avLst/>
              <a:gdLst/>
              <a:ahLst/>
              <a:cxnLst/>
              <a:rect l="l" t="t" r="r" b="b"/>
              <a:pathLst>
                <a:path w="3246120" h="3383279">
                  <a:moveTo>
                    <a:pt x="0" y="128026"/>
                  </a:moveTo>
                  <a:lnTo>
                    <a:pt x="10060" y="78193"/>
                  </a:lnTo>
                  <a:lnTo>
                    <a:pt x="37498" y="37498"/>
                  </a:lnTo>
                  <a:lnTo>
                    <a:pt x="78193" y="10060"/>
                  </a:lnTo>
                  <a:lnTo>
                    <a:pt x="128026" y="0"/>
                  </a:lnTo>
                  <a:lnTo>
                    <a:pt x="3118093" y="0"/>
                  </a:lnTo>
                  <a:lnTo>
                    <a:pt x="3167086" y="9745"/>
                  </a:lnTo>
                  <a:lnTo>
                    <a:pt x="3208621" y="37498"/>
                  </a:lnTo>
                  <a:lnTo>
                    <a:pt x="3236374" y="79033"/>
                  </a:lnTo>
                  <a:lnTo>
                    <a:pt x="3246119" y="128026"/>
                  </a:lnTo>
                  <a:lnTo>
                    <a:pt x="3246119" y="3255252"/>
                  </a:lnTo>
                  <a:lnTo>
                    <a:pt x="3236059" y="3305086"/>
                  </a:lnTo>
                  <a:lnTo>
                    <a:pt x="3208621" y="3345781"/>
                  </a:lnTo>
                  <a:lnTo>
                    <a:pt x="3167927" y="3373219"/>
                  </a:lnTo>
                  <a:lnTo>
                    <a:pt x="3118093" y="3383279"/>
                  </a:lnTo>
                  <a:lnTo>
                    <a:pt x="128026" y="3383279"/>
                  </a:lnTo>
                  <a:lnTo>
                    <a:pt x="78193" y="3373219"/>
                  </a:lnTo>
                  <a:lnTo>
                    <a:pt x="37498" y="3345781"/>
                  </a:lnTo>
                  <a:lnTo>
                    <a:pt x="10060" y="3305086"/>
                  </a:lnTo>
                  <a:lnTo>
                    <a:pt x="0" y="3255252"/>
                  </a:lnTo>
                  <a:lnTo>
                    <a:pt x="0" y="128026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79676" y="19659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5241" y="2141525"/>
              <a:ext cx="380389" cy="38038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38661" y="2874772"/>
            <a:ext cx="41338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F4F4F4"/>
                </a:solidFill>
                <a:latin typeface="Calibri"/>
                <a:cs typeface="Calibri"/>
              </a:rPr>
              <a:t>User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5441" y="3555238"/>
            <a:ext cx="1112520" cy="103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55650">
              <a:lnSpc>
                <a:spcPct val="143500"/>
              </a:lnSpc>
              <a:spcBef>
                <a:spcPts val="100"/>
              </a:spcBef>
            </a:pPr>
            <a:r>
              <a:rPr dirty="0" sz="1150" spc="-25">
                <a:solidFill>
                  <a:srgbClr val="A8A8A8"/>
                </a:solidFill>
                <a:latin typeface="Calibri"/>
                <a:cs typeface="Calibri"/>
              </a:rPr>
              <a:t>id </a:t>
            </a:r>
            <a:r>
              <a:rPr dirty="0" sz="1150" spc="-20">
                <a:solidFill>
                  <a:srgbClr val="A8A8A8"/>
                </a:solidFill>
                <a:latin typeface="Calibri"/>
                <a:cs typeface="Calibri"/>
              </a:rPr>
              <a:t>name </a:t>
            </a: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email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password</a:t>
            </a:r>
            <a:r>
              <a:rPr dirty="0" sz="1150" spc="-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(BCrypt)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4855" y="3175508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6A3D"/>
                </a:solidFill>
                <a:latin typeface="Arial"/>
                <a:cs typeface="Arial"/>
              </a:rPr>
              <a:t>→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65065" y="1685289"/>
            <a:ext cx="3258820" cy="3395979"/>
            <a:chOff x="4465065" y="1685289"/>
            <a:chExt cx="3258820" cy="3395979"/>
          </a:xfrm>
        </p:grpSpPr>
        <p:sp>
          <p:nvSpPr>
            <p:cNvPr id="12" name="object 12"/>
            <p:cNvSpPr/>
            <p:nvPr/>
          </p:nvSpPr>
          <p:spPr>
            <a:xfrm>
              <a:off x="4471415" y="1691639"/>
              <a:ext cx="3246120" cy="3383279"/>
            </a:xfrm>
            <a:custGeom>
              <a:avLst/>
              <a:gdLst/>
              <a:ahLst/>
              <a:cxnLst/>
              <a:rect l="l" t="t" r="r" b="b"/>
              <a:pathLst>
                <a:path w="3246120" h="3383279">
                  <a:moveTo>
                    <a:pt x="3118093" y="3383279"/>
                  </a:moveTo>
                  <a:lnTo>
                    <a:pt x="128026" y="3383279"/>
                  </a:lnTo>
                  <a:lnTo>
                    <a:pt x="78193" y="3373219"/>
                  </a:lnTo>
                  <a:lnTo>
                    <a:pt x="37498" y="3345781"/>
                  </a:lnTo>
                  <a:lnTo>
                    <a:pt x="10060" y="3305086"/>
                  </a:lnTo>
                  <a:lnTo>
                    <a:pt x="0" y="3255252"/>
                  </a:lnTo>
                  <a:lnTo>
                    <a:pt x="0" y="128026"/>
                  </a:lnTo>
                  <a:lnTo>
                    <a:pt x="10060" y="78193"/>
                  </a:lnTo>
                  <a:lnTo>
                    <a:pt x="37498" y="37498"/>
                  </a:lnTo>
                  <a:lnTo>
                    <a:pt x="78193" y="10060"/>
                  </a:lnTo>
                  <a:lnTo>
                    <a:pt x="128026" y="0"/>
                  </a:lnTo>
                  <a:lnTo>
                    <a:pt x="3118093" y="0"/>
                  </a:lnTo>
                  <a:lnTo>
                    <a:pt x="3167086" y="9745"/>
                  </a:lnTo>
                  <a:lnTo>
                    <a:pt x="3208621" y="37498"/>
                  </a:lnTo>
                  <a:lnTo>
                    <a:pt x="3236374" y="79033"/>
                  </a:lnTo>
                  <a:lnTo>
                    <a:pt x="3246119" y="128026"/>
                  </a:lnTo>
                  <a:lnTo>
                    <a:pt x="3246119" y="3255252"/>
                  </a:lnTo>
                  <a:lnTo>
                    <a:pt x="3236059" y="3305086"/>
                  </a:lnTo>
                  <a:lnTo>
                    <a:pt x="3208621" y="3345781"/>
                  </a:lnTo>
                  <a:lnTo>
                    <a:pt x="3167927" y="3373219"/>
                  </a:lnTo>
                  <a:lnTo>
                    <a:pt x="3118093" y="338327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471415" y="1691639"/>
              <a:ext cx="3246120" cy="3383279"/>
            </a:xfrm>
            <a:custGeom>
              <a:avLst/>
              <a:gdLst/>
              <a:ahLst/>
              <a:cxnLst/>
              <a:rect l="l" t="t" r="r" b="b"/>
              <a:pathLst>
                <a:path w="3246120" h="3383279">
                  <a:moveTo>
                    <a:pt x="0" y="128026"/>
                  </a:moveTo>
                  <a:lnTo>
                    <a:pt x="10060" y="78193"/>
                  </a:lnTo>
                  <a:lnTo>
                    <a:pt x="37498" y="37498"/>
                  </a:lnTo>
                  <a:lnTo>
                    <a:pt x="78193" y="10060"/>
                  </a:lnTo>
                  <a:lnTo>
                    <a:pt x="128026" y="0"/>
                  </a:lnTo>
                  <a:lnTo>
                    <a:pt x="3118093" y="0"/>
                  </a:lnTo>
                  <a:lnTo>
                    <a:pt x="3167086" y="9745"/>
                  </a:lnTo>
                  <a:lnTo>
                    <a:pt x="3208621" y="37498"/>
                  </a:lnTo>
                  <a:lnTo>
                    <a:pt x="3236374" y="79033"/>
                  </a:lnTo>
                  <a:lnTo>
                    <a:pt x="3246119" y="128026"/>
                  </a:lnTo>
                  <a:lnTo>
                    <a:pt x="3246119" y="3255252"/>
                  </a:lnTo>
                  <a:lnTo>
                    <a:pt x="3236059" y="3305086"/>
                  </a:lnTo>
                  <a:lnTo>
                    <a:pt x="3208621" y="3345781"/>
                  </a:lnTo>
                  <a:lnTo>
                    <a:pt x="3167927" y="3373219"/>
                  </a:lnTo>
                  <a:lnTo>
                    <a:pt x="3118093" y="3383279"/>
                  </a:lnTo>
                  <a:lnTo>
                    <a:pt x="128026" y="3383279"/>
                  </a:lnTo>
                  <a:lnTo>
                    <a:pt x="78193" y="3373219"/>
                  </a:lnTo>
                  <a:lnTo>
                    <a:pt x="37498" y="3345781"/>
                  </a:lnTo>
                  <a:lnTo>
                    <a:pt x="10060" y="3305086"/>
                  </a:lnTo>
                  <a:lnTo>
                    <a:pt x="0" y="3255252"/>
                  </a:lnTo>
                  <a:lnTo>
                    <a:pt x="0" y="128026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28715" y="19659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731519"/>
                  </a:moveTo>
                  <a:lnTo>
                    <a:pt x="319880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80" y="2849"/>
                  </a:lnTo>
                  <a:lnTo>
                    <a:pt x="365760" y="0"/>
                  </a:lnTo>
                  <a:lnTo>
                    <a:pt x="413837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4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60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4280" y="2141525"/>
              <a:ext cx="380390" cy="38038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777745" y="2874772"/>
            <a:ext cx="6330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F4F4F4"/>
                </a:solidFill>
                <a:latin typeface="Calibri"/>
                <a:cs typeface="Calibri"/>
              </a:rPr>
              <a:t>Vehicle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64480" y="3429508"/>
            <a:ext cx="74041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83540">
              <a:lnSpc>
                <a:spcPct val="143500"/>
              </a:lnSpc>
              <a:spcBef>
                <a:spcPts val="100"/>
              </a:spcBef>
            </a:pPr>
            <a:r>
              <a:rPr dirty="0" sz="1150" spc="-25">
                <a:solidFill>
                  <a:srgbClr val="A8A8A8"/>
                </a:solidFill>
                <a:latin typeface="Calibri"/>
                <a:cs typeface="Calibri"/>
              </a:rPr>
              <a:t>id </a:t>
            </a:r>
            <a:r>
              <a:rPr dirty="0" sz="1150" spc="-20">
                <a:solidFill>
                  <a:srgbClr val="A8A8A8"/>
                </a:solidFill>
                <a:latin typeface="Calibri"/>
                <a:cs typeface="Calibri"/>
              </a:rPr>
              <a:t>name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43500"/>
              </a:lnSpc>
            </a:pP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category pricePerDay imageUrl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03896" y="3175508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6A3D"/>
                </a:solidFill>
                <a:latin typeface="Arial"/>
                <a:cs typeface="Arial"/>
              </a:rPr>
              <a:t>→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14106" y="1685289"/>
            <a:ext cx="3258820" cy="3395979"/>
            <a:chOff x="8214106" y="1685289"/>
            <a:chExt cx="3258820" cy="3395979"/>
          </a:xfrm>
        </p:grpSpPr>
        <p:sp>
          <p:nvSpPr>
            <p:cNvPr id="20" name="object 20"/>
            <p:cNvSpPr/>
            <p:nvPr/>
          </p:nvSpPr>
          <p:spPr>
            <a:xfrm>
              <a:off x="8220456" y="1691639"/>
              <a:ext cx="3246120" cy="3383279"/>
            </a:xfrm>
            <a:custGeom>
              <a:avLst/>
              <a:gdLst/>
              <a:ahLst/>
              <a:cxnLst/>
              <a:rect l="l" t="t" r="r" b="b"/>
              <a:pathLst>
                <a:path w="3246120" h="3383279">
                  <a:moveTo>
                    <a:pt x="3118092" y="3383279"/>
                  </a:moveTo>
                  <a:lnTo>
                    <a:pt x="128026" y="3383279"/>
                  </a:lnTo>
                  <a:lnTo>
                    <a:pt x="78192" y="3373219"/>
                  </a:lnTo>
                  <a:lnTo>
                    <a:pt x="37498" y="3345781"/>
                  </a:lnTo>
                  <a:lnTo>
                    <a:pt x="10060" y="3305086"/>
                  </a:lnTo>
                  <a:lnTo>
                    <a:pt x="0" y="3255252"/>
                  </a:lnTo>
                  <a:lnTo>
                    <a:pt x="0" y="128026"/>
                  </a:lnTo>
                  <a:lnTo>
                    <a:pt x="10060" y="78193"/>
                  </a:lnTo>
                  <a:lnTo>
                    <a:pt x="37498" y="37498"/>
                  </a:lnTo>
                  <a:lnTo>
                    <a:pt x="78192" y="10060"/>
                  </a:lnTo>
                  <a:lnTo>
                    <a:pt x="128026" y="0"/>
                  </a:lnTo>
                  <a:lnTo>
                    <a:pt x="3118092" y="0"/>
                  </a:lnTo>
                  <a:lnTo>
                    <a:pt x="3167086" y="9745"/>
                  </a:lnTo>
                  <a:lnTo>
                    <a:pt x="3208621" y="37498"/>
                  </a:lnTo>
                  <a:lnTo>
                    <a:pt x="3236374" y="79033"/>
                  </a:lnTo>
                  <a:lnTo>
                    <a:pt x="3246119" y="128026"/>
                  </a:lnTo>
                  <a:lnTo>
                    <a:pt x="3246119" y="3255252"/>
                  </a:lnTo>
                  <a:lnTo>
                    <a:pt x="3236058" y="3305086"/>
                  </a:lnTo>
                  <a:lnTo>
                    <a:pt x="3208621" y="3345781"/>
                  </a:lnTo>
                  <a:lnTo>
                    <a:pt x="3167926" y="3373219"/>
                  </a:lnTo>
                  <a:lnTo>
                    <a:pt x="3118092" y="338327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220456" y="1691639"/>
              <a:ext cx="3246120" cy="3383279"/>
            </a:xfrm>
            <a:custGeom>
              <a:avLst/>
              <a:gdLst/>
              <a:ahLst/>
              <a:cxnLst/>
              <a:rect l="l" t="t" r="r" b="b"/>
              <a:pathLst>
                <a:path w="3246120" h="3383279">
                  <a:moveTo>
                    <a:pt x="0" y="128026"/>
                  </a:moveTo>
                  <a:lnTo>
                    <a:pt x="10060" y="78193"/>
                  </a:lnTo>
                  <a:lnTo>
                    <a:pt x="37498" y="37498"/>
                  </a:lnTo>
                  <a:lnTo>
                    <a:pt x="78192" y="10060"/>
                  </a:lnTo>
                  <a:lnTo>
                    <a:pt x="128026" y="0"/>
                  </a:lnTo>
                  <a:lnTo>
                    <a:pt x="3118092" y="0"/>
                  </a:lnTo>
                  <a:lnTo>
                    <a:pt x="3167086" y="9745"/>
                  </a:lnTo>
                  <a:lnTo>
                    <a:pt x="3208621" y="37498"/>
                  </a:lnTo>
                  <a:lnTo>
                    <a:pt x="3236374" y="79033"/>
                  </a:lnTo>
                  <a:lnTo>
                    <a:pt x="3246119" y="128026"/>
                  </a:lnTo>
                  <a:lnTo>
                    <a:pt x="3246119" y="3255252"/>
                  </a:lnTo>
                  <a:lnTo>
                    <a:pt x="3236058" y="3305086"/>
                  </a:lnTo>
                  <a:lnTo>
                    <a:pt x="3208621" y="3345781"/>
                  </a:lnTo>
                  <a:lnTo>
                    <a:pt x="3167926" y="3373219"/>
                  </a:lnTo>
                  <a:lnTo>
                    <a:pt x="3118092" y="3383279"/>
                  </a:lnTo>
                  <a:lnTo>
                    <a:pt x="128026" y="3383279"/>
                  </a:lnTo>
                  <a:lnTo>
                    <a:pt x="78192" y="3373219"/>
                  </a:lnTo>
                  <a:lnTo>
                    <a:pt x="37498" y="3345781"/>
                  </a:lnTo>
                  <a:lnTo>
                    <a:pt x="10060" y="3305086"/>
                  </a:lnTo>
                  <a:lnTo>
                    <a:pt x="0" y="3255252"/>
                  </a:lnTo>
                  <a:lnTo>
                    <a:pt x="0" y="128026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477756" y="19659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699" y="720349"/>
                  </a:lnTo>
                  <a:lnTo>
                    <a:pt x="233563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2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7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69" y="411640"/>
                  </a:lnTo>
                  <a:lnTo>
                    <a:pt x="720348" y="455819"/>
                  </a:lnTo>
                  <a:lnTo>
                    <a:pt x="706899" y="497955"/>
                  </a:lnTo>
                  <a:lnTo>
                    <a:pt x="688664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39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53321" y="2141525"/>
              <a:ext cx="380389" cy="38038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488297" y="2874772"/>
            <a:ext cx="7105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F4F4F4"/>
                </a:solidFill>
                <a:latin typeface="Calibri"/>
                <a:cs typeface="Calibri"/>
              </a:rPr>
              <a:t>Booking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13521" y="3178048"/>
            <a:ext cx="694055" cy="1785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15925">
              <a:lnSpc>
                <a:spcPct val="143500"/>
              </a:lnSpc>
              <a:spcBef>
                <a:spcPts val="100"/>
              </a:spcBef>
            </a:pPr>
            <a:r>
              <a:rPr dirty="0" sz="1150" spc="-25">
                <a:solidFill>
                  <a:srgbClr val="A8A8A8"/>
                </a:solidFill>
                <a:latin typeface="Calibri"/>
                <a:cs typeface="Calibri"/>
              </a:rPr>
              <a:t>id </a:t>
            </a:r>
            <a:r>
              <a:rPr dirty="0" sz="1150" spc="-20">
                <a:solidFill>
                  <a:srgbClr val="A8A8A8"/>
                </a:solidFill>
                <a:latin typeface="Calibri"/>
                <a:cs typeface="Calibri"/>
              </a:rPr>
              <a:t>user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43500"/>
              </a:lnSpc>
            </a:pPr>
            <a:r>
              <a:rPr dirty="0" sz="1150" spc="-10">
                <a:solidFill>
                  <a:srgbClr val="A8A8A8"/>
                </a:solidFill>
                <a:latin typeface="Calibri"/>
                <a:cs typeface="Calibri"/>
              </a:rPr>
              <a:t>vehicle pickupDate returnDate totalPrice status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16026" y="5342890"/>
            <a:ext cx="10756900" cy="515620"/>
            <a:chOff x="716026" y="5342890"/>
            <a:chExt cx="10756900" cy="515620"/>
          </a:xfrm>
        </p:grpSpPr>
        <p:sp>
          <p:nvSpPr>
            <p:cNvPr id="27" name="object 27"/>
            <p:cNvSpPr/>
            <p:nvPr/>
          </p:nvSpPr>
          <p:spPr>
            <a:xfrm>
              <a:off x="722376" y="5349240"/>
              <a:ext cx="10744200" cy="502920"/>
            </a:xfrm>
            <a:custGeom>
              <a:avLst/>
              <a:gdLst/>
              <a:ahLst/>
              <a:cxnLst/>
              <a:rect l="l" t="t" r="r" b="b"/>
              <a:pathLst>
                <a:path w="10744200" h="502920">
                  <a:moveTo>
                    <a:pt x="10634473" y="502919"/>
                  </a:moveTo>
                  <a:lnTo>
                    <a:pt x="109727" y="502919"/>
                  </a:lnTo>
                  <a:lnTo>
                    <a:pt x="67016" y="494297"/>
                  </a:lnTo>
                  <a:lnTo>
                    <a:pt x="32138" y="470781"/>
                  </a:lnTo>
                  <a:lnTo>
                    <a:pt x="8622" y="435903"/>
                  </a:lnTo>
                  <a:lnTo>
                    <a:pt x="0" y="393192"/>
                  </a:lnTo>
                  <a:lnTo>
                    <a:pt x="0" y="109727"/>
                  </a:lnTo>
                  <a:lnTo>
                    <a:pt x="8622" y="67016"/>
                  </a:lnTo>
                  <a:lnTo>
                    <a:pt x="32138" y="32138"/>
                  </a:lnTo>
                  <a:lnTo>
                    <a:pt x="67016" y="8622"/>
                  </a:lnTo>
                  <a:lnTo>
                    <a:pt x="109727" y="0"/>
                  </a:lnTo>
                  <a:lnTo>
                    <a:pt x="10634473" y="0"/>
                  </a:lnTo>
                  <a:lnTo>
                    <a:pt x="10676463" y="8352"/>
                  </a:lnTo>
                  <a:lnTo>
                    <a:pt x="10712061" y="32137"/>
                  </a:lnTo>
                  <a:lnTo>
                    <a:pt x="10735847" y="67736"/>
                  </a:lnTo>
                  <a:lnTo>
                    <a:pt x="10744199" y="109727"/>
                  </a:lnTo>
                  <a:lnTo>
                    <a:pt x="10744199" y="393192"/>
                  </a:lnTo>
                  <a:lnTo>
                    <a:pt x="10735576" y="435903"/>
                  </a:lnTo>
                  <a:lnTo>
                    <a:pt x="10712061" y="470781"/>
                  </a:lnTo>
                  <a:lnTo>
                    <a:pt x="10677183" y="494297"/>
                  </a:lnTo>
                  <a:lnTo>
                    <a:pt x="10634473" y="502919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22376" y="5349240"/>
              <a:ext cx="10744200" cy="502920"/>
            </a:xfrm>
            <a:custGeom>
              <a:avLst/>
              <a:gdLst/>
              <a:ahLst/>
              <a:cxnLst/>
              <a:rect l="l" t="t" r="r" b="b"/>
              <a:pathLst>
                <a:path w="10744200" h="502920">
                  <a:moveTo>
                    <a:pt x="0" y="109727"/>
                  </a:moveTo>
                  <a:lnTo>
                    <a:pt x="8622" y="67016"/>
                  </a:lnTo>
                  <a:lnTo>
                    <a:pt x="32138" y="32138"/>
                  </a:lnTo>
                  <a:lnTo>
                    <a:pt x="67016" y="8622"/>
                  </a:lnTo>
                  <a:lnTo>
                    <a:pt x="109727" y="0"/>
                  </a:lnTo>
                  <a:lnTo>
                    <a:pt x="10634473" y="0"/>
                  </a:lnTo>
                  <a:lnTo>
                    <a:pt x="10676463" y="8352"/>
                  </a:lnTo>
                  <a:lnTo>
                    <a:pt x="10712061" y="32137"/>
                  </a:lnTo>
                  <a:lnTo>
                    <a:pt x="10735847" y="67736"/>
                  </a:lnTo>
                  <a:lnTo>
                    <a:pt x="10744199" y="109727"/>
                  </a:lnTo>
                  <a:lnTo>
                    <a:pt x="10744199" y="393192"/>
                  </a:lnTo>
                  <a:lnTo>
                    <a:pt x="10735576" y="435903"/>
                  </a:lnTo>
                  <a:lnTo>
                    <a:pt x="10712061" y="470781"/>
                  </a:lnTo>
                  <a:lnTo>
                    <a:pt x="10677183" y="494297"/>
                  </a:lnTo>
                  <a:lnTo>
                    <a:pt x="10634473" y="502919"/>
                  </a:lnTo>
                  <a:lnTo>
                    <a:pt x="109727" y="502919"/>
                  </a:lnTo>
                  <a:lnTo>
                    <a:pt x="67016" y="494297"/>
                  </a:lnTo>
                  <a:lnTo>
                    <a:pt x="32138" y="470781"/>
                  </a:lnTo>
                  <a:lnTo>
                    <a:pt x="8622" y="435903"/>
                  </a:lnTo>
                  <a:lnTo>
                    <a:pt x="0" y="393192"/>
                  </a:lnTo>
                  <a:lnTo>
                    <a:pt x="0" y="109727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32104" y="5413248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2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4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2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9886" y="5501030"/>
              <a:ext cx="190194" cy="19019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304036" y="5494528"/>
            <a:ext cx="56775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F4F4F4"/>
                </a:solidFill>
                <a:latin typeface="Calibri"/>
                <a:cs typeface="Calibri"/>
              </a:rPr>
              <a:t>Passwords</a:t>
            </a:r>
            <a:r>
              <a:rPr dirty="0" sz="115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4F4F4"/>
                </a:solidFill>
                <a:latin typeface="Calibri"/>
                <a:cs typeface="Calibri"/>
              </a:rPr>
              <a:t>are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4F4F4"/>
                </a:solidFill>
                <a:latin typeface="Calibri"/>
                <a:cs typeface="Calibri"/>
              </a:rPr>
              <a:t>never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4F4F4"/>
                </a:solidFill>
                <a:latin typeface="Calibri"/>
                <a:cs typeface="Calibri"/>
              </a:rPr>
              <a:t>stored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4F4F4"/>
                </a:solidFill>
                <a:latin typeface="Calibri"/>
                <a:cs typeface="Calibri"/>
              </a:rPr>
              <a:t>in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4F4F4"/>
                </a:solidFill>
                <a:latin typeface="Calibri"/>
                <a:cs typeface="Calibri"/>
              </a:rPr>
              <a:t>plain</a:t>
            </a:r>
            <a:r>
              <a:rPr dirty="0" sz="115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4F4F4"/>
                </a:solidFill>
                <a:latin typeface="Calibri"/>
                <a:cs typeface="Calibri"/>
              </a:rPr>
              <a:t>text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4F4F4"/>
                </a:solidFill>
                <a:latin typeface="Calibri"/>
                <a:cs typeface="Calibri"/>
              </a:rPr>
              <a:t>—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4F4F4"/>
                </a:solidFill>
                <a:latin typeface="Calibri"/>
                <a:cs typeface="Calibri"/>
              </a:rPr>
              <a:t>every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4F4F4"/>
                </a:solidFill>
                <a:latin typeface="Calibri"/>
                <a:cs typeface="Calibri"/>
              </a:rPr>
              <a:t>password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4F4F4"/>
                </a:solidFill>
                <a:latin typeface="Calibri"/>
                <a:cs typeface="Calibri"/>
              </a:rPr>
              <a:t>is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4F4F4"/>
                </a:solidFill>
                <a:latin typeface="Calibri"/>
                <a:cs typeface="Calibri"/>
              </a:rPr>
              <a:t>hashed</a:t>
            </a:r>
            <a:r>
              <a:rPr dirty="0" sz="115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4F4F4"/>
                </a:solidFill>
                <a:latin typeface="Calibri"/>
                <a:cs typeface="Calibri"/>
              </a:rPr>
              <a:t>with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4F4F4"/>
                </a:solidFill>
                <a:latin typeface="Calibri"/>
                <a:cs typeface="Calibri"/>
              </a:rPr>
              <a:t>BCrypt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4F4F4"/>
                </a:solidFill>
                <a:latin typeface="Calibri"/>
                <a:cs typeface="Calibri"/>
              </a:rPr>
              <a:t>before</a:t>
            </a:r>
            <a:r>
              <a:rPr dirty="0" sz="11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4F4F4"/>
                </a:solidFill>
                <a:latin typeface="Calibri"/>
                <a:cs typeface="Calibri"/>
              </a:rPr>
              <a:t>saving.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/>
              <a:t>REST</a:t>
            </a:r>
            <a:r>
              <a:rPr dirty="0" spc="-75"/>
              <a:t> </a:t>
            </a:r>
            <a:r>
              <a:rPr dirty="0"/>
              <a:t>API</a:t>
            </a:r>
            <a:r>
              <a:rPr dirty="0" spc="-70"/>
              <a:t> </a:t>
            </a:r>
            <a:r>
              <a:rPr dirty="0" spc="-10"/>
              <a:t>Endpoints</a:t>
            </a: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400" spc="-25" b="0" i="1">
                <a:solidFill>
                  <a:srgbClr val="FF6A3D"/>
                </a:solidFill>
                <a:latin typeface="Calibri"/>
                <a:cs typeface="Calibri"/>
              </a:rPr>
              <a:t>Tested</a:t>
            </a:r>
            <a:r>
              <a:rPr dirty="0" sz="1400" spc="-20" b="0" i="1">
                <a:solidFill>
                  <a:srgbClr val="FF6A3D"/>
                </a:solidFill>
                <a:latin typeface="Calibri"/>
                <a:cs typeface="Calibri"/>
              </a:rPr>
              <a:t> end-to-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end</a:t>
            </a:r>
            <a:r>
              <a:rPr dirty="0" sz="1400" spc="-1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b="0" i="1">
                <a:solidFill>
                  <a:srgbClr val="FF6A3D"/>
                </a:solidFill>
                <a:latin typeface="Calibri"/>
                <a:cs typeface="Calibri"/>
              </a:rPr>
              <a:t>with</a:t>
            </a:r>
            <a:r>
              <a:rPr dirty="0" sz="1400" spc="-15" b="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400" spc="-10" b="0" i="1">
                <a:solidFill>
                  <a:srgbClr val="FF6A3D"/>
                </a:solidFill>
                <a:latin typeface="Calibri"/>
                <a:cs typeface="Calibri"/>
              </a:rPr>
              <a:t>Postman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2290" y="1639570"/>
            <a:ext cx="3624579" cy="4493260"/>
            <a:chOff x="542290" y="1639570"/>
            <a:chExt cx="3624579" cy="4493260"/>
          </a:xfrm>
        </p:grpSpPr>
        <p:sp>
          <p:nvSpPr>
            <p:cNvPr id="4" name="object 4"/>
            <p:cNvSpPr/>
            <p:nvPr/>
          </p:nvSpPr>
          <p:spPr>
            <a:xfrm>
              <a:off x="548640" y="1645920"/>
              <a:ext cx="3611879" cy="4480560"/>
            </a:xfrm>
            <a:custGeom>
              <a:avLst/>
              <a:gdLst/>
              <a:ahLst/>
              <a:cxnLst/>
              <a:rect l="l" t="t" r="r" b="b"/>
              <a:pathLst>
                <a:path w="3611879" h="4480560">
                  <a:moveTo>
                    <a:pt x="3502150" y="4480559"/>
                  </a:moveTo>
                  <a:lnTo>
                    <a:pt x="109728" y="4480559"/>
                  </a:lnTo>
                  <a:lnTo>
                    <a:pt x="67017" y="4471936"/>
                  </a:lnTo>
                  <a:lnTo>
                    <a:pt x="32138" y="4448421"/>
                  </a:lnTo>
                  <a:lnTo>
                    <a:pt x="8623" y="4413542"/>
                  </a:lnTo>
                  <a:lnTo>
                    <a:pt x="0" y="4370831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3502150" y="0"/>
                  </a:lnTo>
                  <a:lnTo>
                    <a:pt x="3544142" y="8352"/>
                  </a:lnTo>
                  <a:lnTo>
                    <a:pt x="3579741" y="32138"/>
                  </a:lnTo>
                  <a:lnTo>
                    <a:pt x="3603527" y="67737"/>
                  </a:lnTo>
                  <a:lnTo>
                    <a:pt x="3611879" y="109728"/>
                  </a:lnTo>
                  <a:lnTo>
                    <a:pt x="3611879" y="4370831"/>
                  </a:lnTo>
                  <a:lnTo>
                    <a:pt x="3603256" y="4413542"/>
                  </a:lnTo>
                  <a:lnTo>
                    <a:pt x="3579741" y="4448421"/>
                  </a:lnTo>
                  <a:lnTo>
                    <a:pt x="3544862" y="4471936"/>
                  </a:lnTo>
                  <a:lnTo>
                    <a:pt x="3502150" y="44805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8640" y="1645920"/>
              <a:ext cx="3611879" cy="4480560"/>
            </a:xfrm>
            <a:custGeom>
              <a:avLst/>
              <a:gdLst/>
              <a:ahLst/>
              <a:cxnLst/>
              <a:rect l="l" t="t" r="r" b="b"/>
              <a:pathLst>
                <a:path w="3611879" h="448056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3502150" y="0"/>
                  </a:lnTo>
                  <a:lnTo>
                    <a:pt x="3544142" y="8352"/>
                  </a:lnTo>
                  <a:lnTo>
                    <a:pt x="3579741" y="32138"/>
                  </a:lnTo>
                  <a:lnTo>
                    <a:pt x="3603527" y="67737"/>
                  </a:lnTo>
                  <a:lnTo>
                    <a:pt x="3611879" y="109728"/>
                  </a:lnTo>
                  <a:lnTo>
                    <a:pt x="3611879" y="4370831"/>
                  </a:lnTo>
                  <a:lnTo>
                    <a:pt x="3603256" y="4413542"/>
                  </a:lnTo>
                  <a:lnTo>
                    <a:pt x="3579741" y="4448421"/>
                  </a:lnTo>
                  <a:lnTo>
                    <a:pt x="3544862" y="4471936"/>
                  </a:lnTo>
                  <a:lnTo>
                    <a:pt x="3502150" y="4480559"/>
                  </a:lnTo>
                  <a:lnTo>
                    <a:pt x="109728" y="4480559"/>
                  </a:lnTo>
                  <a:lnTo>
                    <a:pt x="67017" y="4471936"/>
                  </a:lnTo>
                  <a:lnTo>
                    <a:pt x="32138" y="4448421"/>
                  </a:lnTo>
                  <a:lnTo>
                    <a:pt x="8623" y="4413542"/>
                  </a:lnTo>
                  <a:lnTo>
                    <a:pt x="0" y="4370831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77240" y="187452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0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914" y="2006194"/>
              <a:ext cx="285292" cy="28529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50340" y="2014220"/>
            <a:ext cx="12077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4F4F4"/>
                </a:solidFill>
                <a:latin typeface="Calibri"/>
                <a:cs typeface="Calibri"/>
              </a:rPr>
              <a:t>Authentication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7240" y="2697479"/>
            <a:ext cx="731520" cy="365760"/>
          </a:xfrm>
          <a:custGeom>
            <a:avLst/>
            <a:gdLst/>
            <a:ahLst/>
            <a:cxnLst/>
            <a:rect l="l" t="t" r="r" b="b"/>
            <a:pathLst>
              <a:path w="731519" h="365760">
                <a:moveTo>
                  <a:pt x="658367" y="365759"/>
                </a:moveTo>
                <a:lnTo>
                  <a:pt x="73151" y="365759"/>
                </a:lnTo>
                <a:lnTo>
                  <a:pt x="44677" y="360011"/>
                </a:lnTo>
                <a:lnTo>
                  <a:pt x="21425" y="344334"/>
                </a:lnTo>
                <a:lnTo>
                  <a:pt x="5748" y="321082"/>
                </a:lnTo>
                <a:lnTo>
                  <a:pt x="0" y="292607"/>
                </a:lnTo>
                <a:lnTo>
                  <a:pt x="0" y="73151"/>
                </a:lnTo>
                <a:lnTo>
                  <a:pt x="5748" y="44677"/>
                </a:lnTo>
                <a:lnTo>
                  <a:pt x="21425" y="21425"/>
                </a:lnTo>
                <a:lnTo>
                  <a:pt x="44677" y="5748"/>
                </a:lnTo>
                <a:lnTo>
                  <a:pt x="73151" y="0"/>
                </a:lnTo>
                <a:lnTo>
                  <a:pt x="658367" y="0"/>
                </a:lnTo>
                <a:lnTo>
                  <a:pt x="698952" y="12290"/>
                </a:lnTo>
                <a:lnTo>
                  <a:pt x="725951" y="45157"/>
                </a:lnTo>
                <a:lnTo>
                  <a:pt x="731519" y="73151"/>
                </a:lnTo>
                <a:lnTo>
                  <a:pt x="731519" y="292607"/>
                </a:lnTo>
                <a:lnTo>
                  <a:pt x="725771" y="321082"/>
                </a:lnTo>
                <a:lnTo>
                  <a:pt x="710094" y="344334"/>
                </a:lnTo>
                <a:lnTo>
                  <a:pt x="686842" y="360011"/>
                </a:lnTo>
                <a:lnTo>
                  <a:pt x="658367" y="365759"/>
                </a:lnTo>
                <a:close/>
              </a:path>
            </a:pathLst>
          </a:custGeom>
          <a:solidFill>
            <a:srgbClr val="FF6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92780" y="2786379"/>
            <a:ext cx="3009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121212"/>
                </a:solidFill>
                <a:latin typeface="Calibri"/>
                <a:cs typeface="Calibri"/>
              </a:rPr>
              <a:t>POST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3220" y="2782316"/>
            <a:ext cx="14655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4F4F4"/>
                </a:solidFill>
                <a:latin typeface="Courier New"/>
                <a:cs typeface="Courier New"/>
              </a:rPr>
              <a:t>/api/auth/register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7240" y="3227832"/>
            <a:ext cx="731520" cy="365760"/>
          </a:xfrm>
          <a:custGeom>
            <a:avLst/>
            <a:gdLst/>
            <a:ahLst/>
            <a:cxnLst/>
            <a:rect l="l" t="t" r="r" b="b"/>
            <a:pathLst>
              <a:path w="731519" h="365760">
                <a:moveTo>
                  <a:pt x="658367" y="365760"/>
                </a:moveTo>
                <a:lnTo>
                  <a:pt x="73151" y="365760"/>
                </a:lnTo>
                <a:lnTo>
                  <a:pt x="44677" y="360011"/>
                </a:lnTo>
                <a:lnTo>
                  <a:pt x="21425" y="344334"/>
                </a:lnTo>
                <a:lnTo>
                  <a:pt x="5748" y="321081"/>
                </a:lnTo>
                <a:lnTo>
                  <a:pt x="0" y="292607"/>
                </a:lnTo>
                <a:lnTo>
                  <a:pt x="0" y="73151"/>
                </a:lnTo>
                <a:lnTo>
                  <a:pt x="5748" y="44677"/>
                </a:lnTo>
                <a:lnTo>
                  <a:pt x="21425" y="21425"/>
                </a:lnTo>
                <a:lnTo>
                  <a:pt x="44677" y="5748"/>
                </a:lnTo>
                <a:lnTo>
                  <a:pt x="73151" y="0"/>
                </a:lnTo>
                <a:lnTo>
                  <a:pt x="658367" y="0"/>
                </a:lnTo>
                <a:lnTo>
                  <a:pt x="698952" y="12290"/>
                </a:lnTo>
                <a:lnTo>
                  <a:pt x="725951" y="45157"/>
                </a:lnTo>
                <a:lnTo>
                  <a:pt x="731519" y="73151"/>
                </a:lnTo>
                <a:lnTo>
                  <a:pt x="731519" y="292607"/>
                </a:lnTo>
                <a:lnTo>
                  <a:pt x="725771" y="321081"/>
                </a:lnTo>
                <a:lnTo>
                  <a:pt x="710094" y="344334"/>
                </a:lnTo>
                <a:lnTo>
                  <a:pt x="686842" y="360011"/>
                </a:lnTo>
                <a:lnTo>
                  <a:pt x="658367" y="365760"/>
                </a:lnTo>
                <a:close/>
              </a:path>
            </a:pathLst>
          </a:custGeom>
          <a:solidFill>
            <a:srgbClr val="FF6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92780" y="3316732"/>
            <a:ext cx="3009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121212"/>
                </a:solidFill>
                <a:latin typeface="Calibri"/>
                <a:cs typeface="Calibri"/>
              </a:rPr>
              <a:t>POST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3220" y="3312667"/>
            <a:ext cx="12255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4F4F4"/>
                </a:solidFill>
                <a:latin typeface="Courier New"/>
                <a:cs typeface="Courier New"/>
              </a:rPr>
              <a:t>/api/auth/login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82770" y="1639570"/>
            <a:ext cx="3624579" cy="4493260"/>
            <a:chOff x="4382770" y="1639570"/>
            <a:chExt cx="3624579" cy="4493260"/>
          </a:xfrm>
        </p:grpSpPr>
        <p:sp>
          <p:nvSpPr>
            <p:cNvPr id="16" name="object 16"/>
            <p:cNvSpPr/>
            <p:nvPr/>
          </p:nvSpPr>
          <p:spPr>
            <a:xfrm>
              <a:off x="4389120" y="1645920"/>
              <a:ext cx="3611879" cy="4480560"/>
            </a:xfrm>
            <a:custGeom>
              <a:avLst/>
              <a:gdLst/>
              <a:ahLst/>
              <a:cxnLst/>
              <a:rect l="l" t="t" r="r" b="b"/>
              <a:pathLst>
                <a:path w="3611879" h="4480560">
                  <a:moveTo>
                    <a:pt x="3502150" y="4480559"/>
                  </a:moveTo>
                  <a:lnTo>
                    <a:pt x="109728" y="4480559"/>
                  </a:lnTo>
                  <a:lnTo>
                    <a:pt x="67017" y="4471936"/>
                  </a:lnTo>
                  <a:lnTo>
                    <a:pt x="32138" y="4448421"/>
                  </a:lnTo>
                  <a:lnTo>
                    <a:pt x="8623" y="4413542"/>
                  </a:lnTo>
                  <a:lnTo>
                    <a:pt x="0" y="4370831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3502150" y="0"/>
                  </a:lnTo>
                  <a:lnTo>
                    <a:pt x="3544142" y="8352"/>
                  </a:lnTo>
                  <a:lnTo>
                    <a:pt x="3579740" y="32138"/>
                  </a:lnTo>
                  <a:lnTo>
                    <a:pt x="3603527" y="67737"/>
                  </a:lnTo>
                  <a:lnTo>
                    <a:pt x="3611879" y="109728"/>
                  </a:lnTo>
                  <a:lnTo>
                    <a:pt x="3611879" y="4370831"/>
                  </a:lnTo>
                  <a:lnTo>
                    <a:pt x="3603256" y="4413542"/>
                  </a:lnTo>
                  <a:lnTo>
                    <a:pt x="3579741" y="4448421"/>
                  </a:lnTo>
                  <a:lnTo>
                    <a:pt x="3544862" y="4471936"/>
                  </a:lnTo>
                  <a:lnTo>
                    <a:pt x="3502150" y="44805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89120" y="1645920"/>
              <a:ext cx="3611879" cy="4480560"/>
            </a:xfrm>
            <a:custGeom>
              <a:avLst/>
              <a:gdLst/>
              <a:ahLst/>
              <a:cxnLst/>
              <a:rect l="l" t="t" r="r" b="b"/>
              <a:pathLst>
                <a:path w="3611879" h="448056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3502150" y="0"/>
                  </a:lnTo>
                  <a:lnTo>
                    <a:pt x="3544142" y="8352"/>
                  </a:lnTo>
                  <a:lnTo>
                    <a:pt x="3579740" y="32138"/>
                  </a:lnTo>
                  <a:lnTo>
                    <a:pt x="3603527" y="67737"/>
                  </a:lnTo>
                  <a:lnTo>
                    <a:pt x="3611879" y="109728"/>
                  </a:lnTo>
                  <a:lnTo>
                    <a:pt x="3611879" y="4370831"/>
                  </a:lnTo>
                  <a:lnTo>
                    <a:pt x="3603256" y="4413542"/>
                  </a:lnTo>
                  <a:lnTo>
                    <a:pt x="3579741" y="4448421"/>
                  </a:lnTo>
                  <a:lnTo>
                    <a:pt x="3544862" y="4471936"/>
                  </a:lnTo>
                  <a:lnTo>
                    <a:pt x="3502150" y="4480559"/>
                  </a:lnTo>
                  <a:lnTo>
                    <a:pt x="109728" y="4480559"/>
                  </a:lnTo>
                  <a:lnTo>
                    <a:pt x="67017" y="4471936"/>
                  </a:lnTo>
                  <a:lnTo>
                    <a:pt x="32138" y="4448421"/>
                  </a:lnTo>
                  <a:lnTo>
                    <a:pt x="8623" y="4413542"/>
                  </a:lnTo>
                  <a:lnTo>
                    <a:pt x="0" y="4370831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17720" y="187452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9394" y="2006194"/>
              <a:ext cx="285292" cy="28529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290820" y="2014220"/>
            <a:ext cx="6705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4F4F4"/>
                </a:solidFill>
                <a:latin typeface="Calibri"/>
                <a:cs typeface="Calibri"/>
              </a:rPr>
              <a:t>Vehicles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17720" y="2697479"/>
            <a:ext cx="731520" cy="365760"/>
          </a:xfrm>
          <a:custGeom>
            <a:avLst/>
            <a:gdLst/>
            <a:ahLst/>
            <a:cxnLst/>
            <a:rect l="l" t="t" r="r" b="b"/>
            <a:pathLst>
              <a:path w="731520" h="365760">
                <a:moveTo>
                  <a:pt x="658367" y="365759"/>
                </a:moveTo>
                <a:lnTo>
                  <a:pt x="73151" y="365759"/>
                </a:lnTo>
                <a:lnTo>
                  <a:pt x="44677" y="360011"/>
                </a:lnTo>
                <a:lnTo>
                  <a:pt x="21425" y="344334"/>
                </a:lnTo>
                <a:lnTo>
                  <a:pt x="5748" y="321082"/>
                </a:lnTo>
                <a:lnTo>
                  <a:pt x="0" y="292607"/>
                </a:lnTo>
                <a:lnTo>
                  <a:pt x="0" y="73151"/>
                </a:lnTo>
                <a:lnTo>
                  <a:pt x="5748" y="44677"/>
                </a:lnTo>
                <a:lnTo>
                  <a:pt x="21425" y="21425"/>
                </a:lnTo>
                <a:lnTo>
                  <a:pt x="44677" y="5748"/>
                </a:lnTo>
                <a:lnTo>
                  <a:pt x="73151" y="0"/>
                </a:lnTo>
                <a:lnTo>
                  <a:pt x="658367" y="0"/>
                </a:lnTo>
                <a:lnTo>
                  <a:pt x="698952" y="12290"/>
                </a:lnTo>
                <a:lnTo>
                  <a:pt x="725951" y="45157"/>
                </a:lnTo>
                <a:lnTo>
                  <a:pt x="731519" y="73151"/>
                </a:lnTo>
                <a:lnTo>
                  <a:pt x="731519" y="292607"/>
                </a:lnTo>
                <a:lnTo>
                  <a:pt x="725771" y="321082"/>
                </a:lnTo>
                <a:lnTo>
                  <a:pt x="710094" y="344334"/>
                </a:lnTo>
                <a:lnTo>
                  <a:pt x="686842" y="360011"/>
                </a:lnTo>
                <a:lnTo>
                  <a:pt x="658367" y="365759"/>
                </a:lnTo>
                <a:close/>
              </a:path>
            </a:pathLst>
          </a:custGeom>
          <a:solidFill>
            <a:srgbClr val="3DDC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67942" y="2786379"/>
            <a:ext cx="2311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121212"/>
                </a:solidFill>
                <a:latin typeface="Calibri"/>
                <a:cs typeface="Calibri"/>
              </a:rPr>
              <a:t>GET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73700" y="2782316"/>
            <a:ext cx="10655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4F4F4"/>
                </a:solidFill>
                <a:latin typeface="Courier New"/>
                <a:cs typeface="Courier New"/>
              </a:rPr>
              <a:t>/api/vehicles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17720" y="3227832"/>
            <a:ext cx="731520" cy="365760"/>
          </a:xfrm>
          <a:custGeom>
            <a:avLst/>
            <a:gdLst/>
            <a:ahLst/>
            <a:cxnLst/>
            <a:rect l="l" t="t" r="r" b="b"/>
            <a:pathLst>
              <a:path w="731520" h="365760">
                <a:moveTo>
                  <a:pt x="658367" y="365760"/>
                </a:moveTo>
                <a:lnTo>
                  <a:pt x="73151" y="365760"/>
                </a:lnTo>
                <a:lnTo>
                  <a:pt x="44677" y="360011"/>
                </a:lnTo>
                <a:lnTo>
                  <a:pt x="21425" y="344334"/>
                </a:lnTo>
                <a:lnTo>
                  <a:pt x="5748" y="321081"/>
                </a:lnTo>
                <a:lnTo>
                  <a:pt x="0" y="292607"/>
                </a:lnTo>
                <a:lnTo>
                  <a:pt x="0" y="73151"/>
                </a:lnTo>
                <a:lnTo>
                  <a:pt x="5748" y="44677"/>
                </a:lnTo>
                <a:lnTo>
                  <a:pt x="21425" y="21425"/>
                </a:lnTo>
                <a:lnTo>
                  <a:pt x="44677" y="5748"/>
                </a:lnTo>
                <a:lnTo>
                  <a:pt x="73151" y="0"/>
                </a:lnTo>
                <a:lnTo>
                  <a:pt x="658367" y="0"/>
                </a:lnTo>
                <a:lnTo>
                  <a:pt x="698952" y="12290"/>
                </a:lnTo>
                <a:lnTo>
                  <a:pt x="725951" y="45157"/>
                </a:lnTo>
                <a:lnTo>
                  <a:pt x="731519" y="73151"/>
                </a:lnTo>
                <a:lnTo>
                  <a:pt x="731519" y="292607"/>
                </a:lnTo>
                <a:lnTo>
                  <a:pt x="725771" y="321081"/>
                </a:lnTo>
                <a:lnTo>
                  <a:pt x="710094" y="344334"/>
                </a:lnTo>
                <a:lnTo>
                  <a:pt x="686842" y="360011"/>
                </a:lnTo>
                <a:lnTo>
                  <a:pt x="658367" y="365760"/>
                </a:lnTo>
                <a:close/>
              </a:path>
            </a:pathLst>
          </a:custGeom>
          <a:solidFill>
            <a:srgbClr val="3DDC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67942" y="3316732"/>
            <a:ext cx="2311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121212"/>
                </a:solidFill>
                <a:latin typeface="Calibri"/>
                <a:cs typeface="Calibri"/>
              </a:rPr>
              <a:t>GET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73700" y="3312667"/>
            <a:ext cx="14655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4F4F4"/>
                </a:solidFill>
                <a:latin typeface="Courier New"/>
                <a:cs typeface="Courier New"/>
              </a:rPr>
              <a:t>/api/vehicles/{id}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223250" y="1639570"/>
            <a:ext cx="3624579" cy="4493260"/>
            <a:chOff x="8223250" y="1639570"/>
            <a:chExt cx="3624579" cy="4493260"/>
          </a:xfrm>
        </p:grpSpPr>
        <p:sp>
          <p:nvSpPr>
            <p:cNvPr id="28" name="object 28"/>
            <p:cNvSpPr/>
            <p:nvPr/>
          </p:nvSpPr>
          <p:spPr>
            <a:xfrm>
              <a:off x="8229600" y="1645920"/>
              <a:ext cx="3611879" cy="4480560"/>
            </a:xfrm>
            <a:custGeom>
              <a:avLst/>
              <a:gdLst/>
              <a:ahLst/>
              <a:cxnLst/>
              <a:rect l="l" t="t" r="r" b="b"/>
              <a:pathLst>
                <a:path w="3611879" h="4480560">
                  <a:moveTo>
                    <a:pt x="3502150" y="4480559"/>
                  </a:moveTo>
                  <a:lnTo>
                    <a:pt x="109728" y="4480559"/>
                  </a:lnTo>
                  <a:lnTo>
                    <a:pt x="67017" y="4471936"/>
                  </a:lnTo>
                  <a:lnTo>
                    <a:pt x="32138" y="4448421"/>
                  </a:lnTo>
                  <a:lnTo>
                    <a:pt x="8623" y="4413542"/>
                  </a:lnTo>
                  <a:lnTo>
                    <a:pt x="0" y="4370831"/>
                  </a:lnTo>
                  <a:lnTo>
                    <a:pt x="0" y="109728"/>
                  </a:ln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3502150" y="0"/>
                  </a:lnTo>
                  <a:lnTo>
                    <a:pt x="3544142" y="8352"/>
                  </a:lnTo>
                  <a:lnTo>
                    <a:pt x="3579741" y="32138"/>
                  </a:lnTo>
                  <a:lnTo>
                    <a:pt x="3603527" y="67737"/>
                  </a:lnTo>
                  <a:lnTo>
                    <a:pt x="3611879" y="109728"/>
                  </a:lnTo>
                  <a:lnTo>
                    <a:pt x="3611879" y="4370831"/>
                  </a:lnTo>
                  <a:lnTo>
                    <a:pt x="3603256" y="4413542"/>
                  </a:lnTo>
                  <a:lnTo>
                    <a:pt x="3579741" y="4448421"/>
                  </a:lnTo>
                  <a:lnTo>
                    <a:pt x="3544862" y="4471936"/>
                  </a:lnTo>
                  <a:lnTo>
                    <a:pt x="3502150" y="448055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229600" y="1645920"/>
              <a:ext cx="3611879" cy="4480560"/>
            </a:xfrm>
            <a:custGeom>
              <a:avLst/>
              <a:gdLst/>
              <a:ahLst/>
              <a:cxnLst/>
              <a:rect l="l" t="t" r="r" b="b"/>
              <a:pathLst>
                <a:path w="3611879" h="4480560">
                  <a:moveTo>
                    <a:pt x="0" y="109728"/>
                  </a:moveTo>
                  <a:lnTo>
                    <a:pt x="8623" y="67017"/>
                  </a:lnTo>
                  <a:lnTo>
                    <a:pt x="32138" y="32138"/>
                  </a:lnTo>
                  <a:lnTo>
                    <a:pt x="67017" y="8623"/>
                  </a:lnTo>
                  <a:lnTo>
                    <a:pt x="109728" y="0"/>
                  </a:lnTo>
                  <a:lnTo>
                    <a:pt x="3502150" y="0"/>
                  </a:lnTo>
                  <a:lnTo>
                    <a:pt x="3544142" y="8352"/>
                  </a:lnTo>
                  <a:lnTo>
                    <a:pt x="3579741" y="32138"/>
                  </a:lnTo>
                  <a:lnTo>
                    <a:pt x="3603527" y="67737"/>
                  </a:lnTo>
                  <a:lnTo>
                    <a:pt x="3611879" y="109728"/>
                  </a:lnTo>
                  <a:lnTo>
                    <a:pt x="3611879" y="4370831"/>
                  </a:lnTo>
                  <a:lnTo>
                    <a:pt x="3603256" y="4413542"/>
                  </a:lnTo>
                  <a:lnTo>
                    <a:pt x="3579741" y="4448421"/>
                  </a:lnTo>
                  <a:lnTo>
                    <a:pt x="3544862" y="4471936"/>
                  </a:lnTo>
                  <a:lnTo>
                    <a:pt x="3502150" y="4480559"/>
                  </a:lnTo>
                  <a:lnTo>
                    <a:pt x="109728" y="4480559"/>
                  </a:lnTo>
                  <a:lnTo>
                    <a:pt x="67017" y="4471936"/>
                  </a:lnTo>
                  <a:lnTo>
                    <a:pt x="32138" y="4448421"/>
                  </a:lnTo>
                  <a:lnTo>
                    <a:pt x="8623" y="4413542"/>
                  </a:lnTo>
                  <a:lnTo>
                    <a:pt x="0" y="4370831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458200" y="187452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0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89874" y="2006194"/>
              <a:ext cx="285292" cy="28529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9131300" y="2014220"/>
            <a:ext cx="7429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4F4F4"/>
                </a:solidFill>
                <a:latin typeface="Calibri"/>
                <a:cs typeface="Calibri"/>
              </a:rPr>
              <a:t>Bookings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458200" y="2697479"/>
            <a:ext cx="731520" cy="365760"/>
          </a:xfrm>
          <a:custGeom>
            <a:avLst/>
            <a:gdLst/>
            <a:ahLst/>
            <a:cxnLst/>
            <a:rect l="l" t="t" r="r" b="b"/>
            <a:pathLst>
              <a:path w="731520" h="365760">
                <a:moveTo>
                  <a:pt x="658367" y="365759"/>
                </a:moveTo>
                <a:lnTo>
                  <a:pt x="73152" y="365759"/>
                </a:lnTo>
                <a:lnTo>
                  <a:pt x="44678" y="360011"/>
                </a:lnTo>
                <a:lnTo>
                  <a:pt x="21425" y="344334"/>
                </a:lnTo>
                <a:lnTo>
                  <a:pt x="5748" y="321082"/>
                </a:lnTo>
                <a:lnTo>
                  <a:pt x="0" y="292607"/>
                </a:lnTo>
                <a:lnTo>
                  <a:pt x="0" y="73151"/>
                </a:lnTo>
                <a:lnTo>
                  <a:pt x="5748" y="44677"/>
                </a:lnTo>
                <a:lnTo>
                  <a:pt x="21425" y="21425"/>
                </a:lnTo>
                <a:lnTo>
                  <a:pt x="44678" y="5748"/>
                </a:lnTo>
                <a:lnTo>
                  <a:pt x="73152" y="0"/>
                </a:lnTo>
                <a:lnTo>
                  <a:pt x="658367" y="0"/>
                </a:lnTo>
                <a:lnTo>
                  <a:pt x="698952" y="12290"/>
                </a:lnTo>
                <a:lnTo>
                  <a:pt x="725951" y="45157"/>
                </a:lnTo>
                <a:lnTo>
                  <a:pt x="731519" y="73151"/>
                </a:lnTo>
                <a:lnTo>
                  <a:pt x="731519" y="292607"/>
                </a:lnTo>
                <a:lnTo>
                  <a:pt x="725771" y="321082"/>
                </a:lnTo>
                <a:lnTo>
                  <a:pt x="710094" y="344334"/>
                </a:lnTo>
                <a:lnTo>
                  <a:pt x="686842" y="360011"/>
                </a:lnTo>
                <a:lnTo>
                  <a:pt x="658367" y="365759"/>
                </a:lnTo>
                <a:close/>
              </a:path>
            </a:pathLst>
          </a:custGeom>
          <a:solidFill>
            <a:srgbClr val="FF6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673741" y="2786379"/>
            <a:ext cx="3009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121212"/>
                </a:solidFill>
                <a:latin typeface="Calibri"/>
                <a:cs typeface="Calibri"/>
              </a:rPr>
              <a:t>POST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314180" y="2782316"/>
            <a:ext cx="10655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4F4F4"/>
                </a:solidFill>
                <a:latin typeface="Courier New"/>
                <a:cs typeface="Courier New"/>
              </a:rPr>
              <a:t>/api/bookings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458200" y="3227832"/>
            <a:ext cx="731520" cy="365760"/>
          </a:xfrm>
          <a:custGeom>
            <a:avLst/>
            <a:gdLst/>
            <a:ahLst/>
            <a:cxnLst/>
            <a:rect l="l" t="t" r="r" b="b"/>
            <a:pathLst>
              <a:path w="731520" h="365760">
                <a:moveTo>
                  <a:pt x="658367" y="365760"/>
                </a:moveTo>
                <a:lnTo>
                  <a:pt x="73152" y="365760"/>
                </a:lnTo>
                <a:lnTo>
                  <a:pt x="44678" y="360011"/>
                </a:lnTo>
                <a:lnTo>
                  <a:pt x="21425" y="344334"/>
                </a:lnTo>
                <a:lnTo>
                  <a:pt x="5748" y="321081"/>
                </a:lnTo>
                <a:lnTo>
                  <a:pt x="0" y="292607"/>
                </a:lnTo>
                <a:lnTo>
                  <a:pt x="0" y="73151"/>
                </a:lnTo>
                <a:lnTo>
                  <a:pt x="5748" y="44677"/>
                </a:lnTo>
                <a:lnTo>
                  <a:pt x="21425" y="21425"/>
                </a:lnTo>
                <a:lnTo>
                  <a:pt x="44678" y="5748"/>
                </a:lnTo>
                <a:lnTo>
                  <a:pt x="73152" y="0"/>
                </a:lnTo>
                <a:lnTo>
                  <a:pt x="658367" y="0"/>
                </a:lnTo>
                <a:lnTo>
                  <a:pt x="698952" y="12290"/>
                </a:lnTo>
                <a:lnTo>
                  <a:pt x="725951" y="45157"/>
                </a:lnTo>
                <a:lnTo>
                  <a:pt x="731519" y="73151"/>
                </a:lnTo>
                <a:lnTo>
                  <a:pt x="731519" y="292607"/>
                </a:lnTo>
                <a:lnTo>
                  <a:pt x="725771" y="321081"/>
                </a:lnTo>
                <a:lnTo>
                  <a:pt x="710094" y="344334"/>
                </a:lnTo>
                <a:lnTo>
                  <a:pt x="686842" y="360011"/>
                </a:lnTo>
                <a:lnTo>
                  <a:pt x="658367" y="365760"/>
                </a:lnTo>
                <a:close/>
              </a:path>
            </a:pathLst>
          </a:custGeom>
          <a:solidFill>
            <a:srgbClr val="3DDC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8708422" y="3316732"/>
            <a:ext cx="2311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121212"/>
                </a:solidFill>
                <a:latin typeface="Calibri"/>
                <a:cs typeface="Calibri"/>
              </a:rPr>
              <a:t>GET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314180" y="3312667"/>
            <a:ext cx="13055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4F4F4"/>
                </a:solidFill>
                <a:latin typeface="Courier New"/>
                <a:cs typeface="Courier New"/>
              </a:rPr>
              <a:t>/api/bookings/my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458200" y="3758184"/>
            <a:ext cx="731520" cy="365760"/>
          </a:xfrm>
          <a:custGeom>
            <a:avLst/>
            <a:gdLst/>
            <a:ahLst/>
            <a:cxnLst/>
            <a:rect l="l" t="t" r="r" b="b"/>
            <a:pathLst>
              <a:path w="731520" h="365760">
                <a:moveTo>
                  <a:pt x="658367" y="365760"/>
                </a:moveTo>
                <a:lnTo>
                  <a:pt x="73152" y="365760"/>
                </a:lnTo>
                <a:lnTo>
                  <a:pt x="44678" y="360011"/>
                </a:lnTo>
                <a:lnTo>
                  <a:pt x="21425" y="344334"/>
                </a:lnTo>
                <a:lnTo>
                  <a:pt x="5748" y="321082"/>
                </a:lnTo>
                <a:lnTo>
                  <a:pt x="0" y="292608"/>
                </a:lnTo>
                <a:lnTo>
                  <a:pt x="0" y="73151"/>
                </a:lnTo>
                <a:lnTo>
                  <a:pt x="5748" y="44677"/>
                </a:lnTo>
                <a:lnTo>
                  <a:pt x="21425" y="21425"/>
                </a:lnTo>
                <a:lnTo>
                  <a:pt x="44678" y="5748"/>
                </a:lnTo>
                <a:lnTo>
                  <a:pt x="73152" y="0"/>
                </a:lnTo>
                <a:lnTo>
                  <a:pt x="658367" y="0"/>
                </a:lnTo>
                <a:lnTo>
                  <a:pt x="698952" y="12290"/>
                </a:lnTo>
                <a:lnTo>
                  <a:pt x="725951" y="45157"/>
                </a:lnTo>
                <a:lnTo>
                  <a:pt x="731519" y="73151"/>
                </a:lnTo>
                <a:lnTo>
                  <a:pt x="731519" y="292608"/>
                </a:lnTo>
                <a:lnTo>
                  <a:pt x="725771" y="321082"/>
                </a:lnTo>
                <a:lnTo>
                  <a:pt x="710094" y="344334"/>
                </a:lnTo>
                <a:lnTo>
                  <a:pt x="686842" y="360011"/>
                </a:lnTo>
                <a:lnTo>
                  <a:pt x="658367" y="365760"/>
                </a:lnTo>
                <a:close/>
              </a:path>
            </a:pathLst>
          </a:custGeom>
          <a:solidFill>
            <a:srgbClr val="FFCE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8704610" y="3847084"/>
            <a:ext cx="2387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121212"/>
                </a:solidFill>
                <a:latin typeface="Calibri"/>
                <a:cs typeface="Calibri"/>
              </a:rPr>
              <a:t>PUT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SADUGUDU</a:t>
            </a:r>
            <a:r>
              <a:rPr dirty="0" spc="-25"/>
              <a:t> </a:t>
            </a:r>
            <a:r>
              <a:rPr dirty="0"/>
              <a:t>VANDI</a:t>
            </a:r>
            <a:r>
              <a:rPr dirty="0" spc="185"/>
              <a:t> </a:t>
            </a:r>
            <a:r>
              <a:rPr dirty="0"/>
              <a:t>•</a:t>
            </a:r>
            <a:r>
              <a:rPr dirty="0" spc="185"/>
              <a:t> </a:t>
            </a:r>
            <a:r>
              <a:rPr dirty="0" spc="-10"/>
              <a:t>Vehicle</a:t>
            </a:r>
            <a:r>
              <a:rPr dirty="0" spc="-25"/>
              <a:t> </a:t>
            </a:r>
            <a:r>
              <a:rPr dirty="0" spc="-10"/>
              <a:t>Rental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5"/>
              <a:t> App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41" name="object 41"/>
          <p:cNvSpPr txBox="1"/>
          <p:nvPr/>
        </p:nvSpPr>
        <p:spPr>
          <a:xfrm>
            <a:off x="9314180" y="3843020"/>
            <a:ext cx="20256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4F4F4"/>
                </a:solidFill>
                <a:latin typeface="Courier New"/>
                <a:cs typeface="Courier New"/>
              </a:rPr>
              <a:t>/api/bookings/{id}/cancel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926080" cy="2926080"/>
          </a:xfrm>
          <a:custGeom>
            <a:avLst/>
            <a:gdLst/>
            <a:ahLst/>
            <a:cxnLst/>
            <a:rect l="l" t="t" r="r" b="b"/>
            <a:pathLst>
              <a:path w="2926080" h="2926080">
                <a:moveTo>
                  <a:pt x="457199" y="2926079"/>
                </a:moveTo>
                <a:lnTo>
                  <a:pt x="408613" y="2925611"/>
                </a:lnTo>
                <a:lnTo>
                  <a:pt x="360255" y="2924211"/>
                </a:lnTo>
                <a:lnTo>
                  <a:pt x="312134" y="2921888"/>
                </a:lnTo>
                <a:lnTo>
                  <a:pt x="264258" y="2918652"/>
                </a:lnTo>
                <a:lnTo>
                  <a:pt x="216636" y="2914509"/>
                </a:lnTo>
                <a:lnTo>
                  <a:pt x="169276" y="2909470"/>
                </a:lnTo>
                <a:lnTo>
                  <a:pt x="122187" y="2903542"/>
                </a:lnTo>
                <a:lnTo>
                  <a:pt x="75378" y="2896734"/>
                </a:lnTo>
                <a:lnTo>
                  <a:pt x="28857" y="2889054"/>
                </a:lnTo>
                <a:lnTo>
                  <a:pt x="0" y="2883722"/>
                </a:lnTo>
                <a:lnTo>
                  <a:pt x="0" y="0"/>
                </a:lnTo>
                <a:lnTo>
                  <a:pt x="2883305" y="0"/>
                </a:lnTo>
                <a:lnTo>
                  <a:pt x="2885226" y="9867"/>
                </a:lnTo>
                <a:lnTo>
                  <a:pt x="2893739" y="58831"/>
                </a:lnTo>
                <a:lnTo>
                  <a:pt x="2901271" y="108012"/>
                </a:lnTo>
                <a:lnTo>
                  <a:pt x="2907818" y="157397"/>
                </a:lnTo>
                <a:lnTo>
                  <a:pt x="2913374" y="206972"/>
                </a:lnTo>
                <a:lnTo>
                  <a:pt x="2917932" y="256722"/>
                </a:lnTo>
                <a:lnTo>
                  <a:pt x="2921488" y="306634"/>
                </a:lnTo>
                <a:lnTo>
                  <a:pt x="2924035" y="356693"/>
                </a:lnTo>
                <a:lnTo>
                  <a:pt x="2925567" y="406886"/>
                </a:lnTo>
                <a:lnTo>
                  <a:pt x="2926079" y="457199"/>
                </a:lnTo>
                <a:lnTo>
                  <a:pt x="2925611" y="505786"/>
                </a:lnTo>
                <a:lnTo>
                  <a:pt x="2924211" y="554144"/>
                </a:lnTo>
                <a:lnTo>
                  <a:pt x="2921888" y="602265"/>
                </a:lnTo>
                <a:lnTo>
                  <a:pt x="2918652" y="650141"/>
                </a:lnTo>
                <a:lnTo>
                  <a:pt x="2914509" y="697763"/>
                </a:lnTo>
                <a:lnTo>
                  <a:pt x="2909470" y="745123"/>
                </a:lnTo>
                <a:lnTo>
                  <a:pt x="2903542" y="792212"/>
                </a:lnTo>
                <a:lnTo>
                  <a:pt x="2896734" y="839021"/>
                </a:lnTo>
                <a:lnTo>
                  <a:pt x="2889054" y="885542"/>
                </a:lnTo>
                <a:lnTo>
                  <a:pt x="2880512" y="931767"/>
                </a:lnTo>
                <a:lnTo>
                  <a:pt x="2871116" y="977686"/>
                </a:lnTo>
                <a:lnTo>
                  <a:pt x="2860875" y="1023291"/>
                </a:lnTo>
                <a:lnTo>
                  <a:pt x="2849796" y="1068574"/>
                </a:lnTo>
                <a:lnTo>
                  <a:pt x="2837889" y="1113526"/>
                </a:lnTo>
                <a:lnTo>
                  <a:pt x="2825162" y="1158138"/>
                </a:lnTo>
                <a:lnTo>
                  <a:pt x="2811623" y="1202402"/>
                </a:lnTo>
                <a:lnTo>
                  <a:pt x="2797282" y="1246309"/>
                </a:lnTo>
                <a:lnTo>
                  <a:pt x="2782147" y="1289851"/>
                </a:lnTo>
                <a:lnTo>
                  <a:pt x="2766226" y="1333019"/>
                </a:lnTo>
                <a:lnTo>
                  <a:pt x="2749529" y="1375804"/>
                </a:lnTo>
                <a:lnTo>
                  <a:pt x="2732063" y="1418199"/>
                </a:lnTo>
                <a:lnTo>
                  <a:pt x="2713837" y="1460194"/>
                </a:lnTo>
                <a:lnTo>
                  <a:pt x="2694860" y="1501780"/>
                </a:lnTo>
                <a:lnTo>
                  <a:pt x="2675140" y="1542950"/>
                </a:lnTo>
                <a:lnTo>
                  <a:pt x="2654686" y="1583695"/>
                </a:lnTo>
                <a:lnTo>
                  <a:pt x="2633506" y="1624005"/>
                </a:lnTo>
                <a:lnTo>
                  <a:pt x="2611610" y="1663874"/>
                </a:lnTo>
                <a:lnTo>
                  <a:pt x="2589005" y="1703290"/>
                </a:lnTo>
                <a:lnTo>
                  <a:pt x="2565700" y="1742248"/>
                </a:lnTo>
                <a:lnTo>
                  <a:pt x="2541705" y="1780737"/>
                </a:lnTo>
                <a:lnTo>
                  <a:pt x="2517026" y="1818749"/>
                </a:lnTo>
                <a:lnTo>
                  <a:pt x="2491674" y="1856276"/>
                </a:lnTo>
                <a:lnTo>
                  <a:pt x="2465656" y="1893309"/>
                </a:lnTo>
                <a:lnTo>
                  <a:pt x="2438981" y="1929839"/>
                </a:lnTo>
                <a:lnTo>
                  <a:pt x="2411657" y="1965858"/>
                </a:lnTo>
                <a:lnTo>
                  <a:pt x="2383694" y="2001358"/>
                </a:lnTo>
                <a:lnTo>
                  <a:pt x="2355100" y="2036329"/>
                </a:lnTo>
                <a:lnTo>
                  <a:pt x="2325883" y="2070764"/>
                </a:lnTo>
                <a:lnTo>
                  <a:pt x="2296052" y="2104653"/>
                </a:lnTo>
                <a:lnTo>
                  <a:pt x="2265616" y="2137988"/>
                </a:lnTo>
                <a:lnTo>
                  <a:pt x="2234583" y="2170760"/>
                </a:lnTo>
                <a:lnTo>
                  <a:pt x="2202961" y="2202961"/>
                </a:lnTo>
                <a:lnTo>
                  <a:pt x="2170760" y="2234583"/>
                </a:lnTo>
                <a:lnTo>
                  <a:pt x="2137988" y="2265616"/>
                </a:lnTo>
                <a:lnTo>
                  <a:pt x="2104653" y="2296052"/>
                </a:lnTo>
                <a:lnTo>
                  <a:pt x="2070764" y="2325883"/>
                </a:lnTo>
                <a:lnTo>
                  <a:pt x="2036329" y="2355100"/>
                </a:lnTo>
                <a:lnTo>
                  <a:pt x="2001358" y="2383694"/>
                </a:lnTo>
                <a:lnTo>
                  <a:pt x="1965858" y="2411657"/>
                </a:lnTo>
                <a:lnTo>
                  <a:pt x="1929839" y="2438981"/>
                </a:lnTo>
                <a:lnTo>
                  <a:pt x="1893309" y="2465656"/>
                </a:lnTo>
                <a:lnTo>
                  <a:pt x="1856276" y="2491674"/>
                </a:lnTo>
                <a:lnTo>
                  <a:pt x="1818749" y="2517026"/>
                </a:lnTo>
                <a:lnTo>
                  <a:pt x="1780737" y="2541705"/>
                </a:lnTo>
                <a:lnTo>
                  <a:pt x="1742248" y="2565700"/>
                </a:lnTo>
                <a:lnTo>
                  <a:pt x="1703290" y="2589005"/>
                </a:lnTo>
                <a:lnTo>
                  <a:pt x="1663874" y="2611610"/>
                </a:lnTo>
                <a:lnTo>
                  <a:pt x="1624005" y="2633506"/>
                </a:lnTo>
                <a:lnTo>
                  <a:pt x="1583695" y="2654686"/>
                </a:lnTo>
                <a:lnTo>
                  <a:pt x="1542950" y="2675140"/>
                </a:lnTo>
                <a:lnTo>
                  <a:pt x="1501780" y="2694860"/>
                </a:lnTo>
                <a:lnTo>
                  <a:pt x="1460194" y="2713837"/>
                </a:lnTo>
                <a:lnTo>
                  <a:pt x="1418199" y="2732063"/>
                </a:lnTo>
                <a:lnTo>
                  <a:pt x="1375804" y="2749529"/>
                </a:lnTo>
                <a:lnTo>
                  <a:pt x="1333019" y="2766226"/>
                </a:lnTo>
                <a:lnTo>
                  <a:pt x="1289851" y="2782147"/>
                </a:lnTo>
                <a:lnTo>
                  <a:pt x="1246309" y="2797282"/>
                </a:lnTo>
                <a:lnTo>
                  <a:pt x="1202402" y="2811623"/>
                </a:lnTo>
                <a:lnTo>
                  <a:pt x="1158138" y="2825162"/>
                </a:lnTo>
                <a:lnTo>
                  <a:pt x="1113526" y="2837889"/>
                </a:lnTo>
                <a:lnTo>
                  <a:pt x="1068574" y="2849796"/>
                </a:lnTo>
                <a:lnTo>
                  <a:pt x="1023291" y="2860875"/>
                </a:lnTo>
                <a:lnTo>
                  <a:pt x="977686" y="2871116"/>
                </a:lnTo>
                <a:lnTo>
                  <a:pt x="931767" y="2880512"/>
                </a:lnTo>
                <a:lnTo>
                  <a:pt x="885542" y="2889054"/>
                </a:lnTo>
                <a:lnTo>
                  <a:pt x="839021" y="2896734"/>
                </a:lnTo>
                <a:lnTo>
                  <a:pt x="792212" y="2903542"/>
                </a:lnTo>
                <a:lnTo>
                  <a:pt x="745123" y="2909470"/>
                </a:lnTo>
                <a:lnTo>
                  <a:pt x="697763" y="2914509"/>
                </a:lnTo>
                <a:lnTo>
                  <a:pt x="650141" y="2918652"/>
                </a:lnTo>
                <a:lnTo>
                  <a:pt x="602265" y="2921888"/>
                </a:lnTo>
                <a:lnTo>
                  <a:pt x="554144" y="2924211"/>
                </a:lnTo>
                <a:lnTo>
                  <a:pt x="505786" y="2925611"/>
                </a:lnTo>
                <a:lnTo>
                  <a:pt x="457199" y="2926079"/>
                </a:lnTo>
                <a:close/>
              </a:path>
            </a:pathLst>
          </a:custGeom>
          <a:solidFill>
            <a:srgbClr val="1B1B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692640" y="4206239"/>
            <a:ext cx="2499360" cy="2651760"/>
          </a:xfrm>
          <a:custGeom>
            <a:avLst/>
            <a:gdLst/>
            <a:ahLst/>
            <a:cxnLst/>
            <a:rect l="l" t="t" r="r" b="b"/>
            <a:pathLst>
              <a:path w="2499359" h="2651759">
                <a:moveTo>
                  <a:pt x="2499360" y="2651759"/>
                </a:moveTo>
                <a:lnTo>
                  <a:pt x="47799" y="2651759"/>
                </a:lnTo>
                <a:lnTo>
                  <a:pt x="41144" y="2619672"/>
                </a:lnTo>
                <a:lnTo>
                  <a:pt x="32623" y="2573660"/>
                </a:lnTo>
                <a:lnTo>
                  <a:pt x="25064" y="2527316"/>
                </a:lnTo>
                <a:lnTo>
                  <a:pt x="18479" y="2480653"/>
                </a:lnTo>
                <a:lnTo>
                  <a:pt x="12877" y="2433681"/>
                </a:lnTo>
                <a:lnTo>
                  <a:pt x="8270" y="2386410"/>
                </a:lnTo>
                <a:lnTo>
                  <a:pt x="4667" y="2338852"/>
                </a:lnTo>
                <a:lnTo>
                  <a:pt x="2081" y="2291017"/>
                </a:lnTo>
                <a:lnTo>
                  <a:pt x="522" y="2242916"/>
                </a:lnTo>
                <a:lnTo>
                  <a:pt x="0" y="2194559"/>
                </a:lnTo>
                <a:lnTo>
                  <a:pt x="522" y="2146203"/>
                </a:lnTo>
                <a:lnTo>
                  <a:pt x="2081" y="2098102"/>
                </a:lnTo>
                <a:lnTo>
                  <a:pt x="4667" y="2050267"/>
                </a:lnTo>
                <a:lnTo>
                  <a:pt x="8270" y="2002708"/>
                </a:lnTo>
                <a:lnTo>
                  <a:pt x="12877" y="1955438"/>
                </a:lnTo>
                <a:lnTo>
                  <a:pt x="18479" y="1908466"/>
                </a:lnTo>
                <a:lnTo>
                  <a:pt x="25064" y="1861803"/>
                </a:lnTo>
                <a:lnTo>
                  <a:pt x="32623" y="1815459"/>
                </a:lnTo>
                <a:lnTo>
                  <a:pt x="41144" y="1769447"/>
                </a:lnTo>
                <a:lnTo>
                  <a:pt x="50617" y="1723775"/>
                </a:lnTo>
                <a:lnTo>
                  <a:pt x="61030" y="1678455"/>
                </a:lnTo>
                <a:lnTo>
                  <a:pt x="72374" y="1633498"/>
                </a:lnTo>
                <a:lnTo>
                  <a:pt x="84637" y="1588914"/>
                </a:lnTo>
                <a:lnTo>
                  <a:pt x="97809" y="1544714"/>
                </a:lnTo>
                <a:lnTo>
                  <a:pt x="111880" y="1500909"/>
                </a:lnTo>
                <a:lnTo>
                  <a:pt x="126837" y="1457509"/>
                </a:lnTo>
                <a:lnTo>
                  <a:pt x="142672" y="1414525"/>
                </a:lnTo>
                <a:lnTo>
                  <a:pt x="159372" y="1371969"/>
                </a:lnTo>
                <a:lnTo>
                  <a:pt x="176927" y="1329850"/>
                </a:lnTo>
                <a:lnTo>
                  <a:pt x="195327" y="1288179"/>
                </a:lnTo>
                <a:lnTo>
                  <a:pt x="214561" y="1246967"/>
                </a:lnTo>
                <a:lnTo>
                  <a:pt x="234618" y="1206224"/>
                </a:lnTo>
                <a:lnTo>
                  <a:pt x="255488" y="1165963"/>
                </a:lnTo>
                <a:lnTo>
                  <a:pt x="277159" y="1126192"/>
                </a:lnTo>
                <a:lnTo>
                  <a:pt x="299621" y="1086923"/>
                </a:lnTo>
                <a:lnTo>
                  <a:pt x="322864" y="1048167"/>
                </a:lnTo>
                <a:lnTo>
                  <a:pt x="346876" y="1009934"/>
                </a:lnTo>
                <a:lnTo>
                  <a:pt x="371647" y="972234"/>
                </a:lnTo>
                <a:lnTo>
                  <a:pt x="397166" y="935080"/>
                </a:lnTo>
                <a:lnTo>
                  <a:pt x="423422" y="898481"/>
                </a:lnTo>
                <a:lnTo>
                  <a:pt x="450406" y="862448"/>
                </a:lnTo>
                <a:lnTo>
                  <a:pt x="478105" y="826992"/>
                </a:lnTo>
                <a:lnTo>
                  <a:pt x="506509" y="792123"/>
                </a:lnTo>
                <a:lnTo>
                  <a:pt x="535609" y="757852"/>
                </a:lnTo>
                <a:lnTo>
                  <a:pt x="565392" y="724191"/>
                </a:lnTo>
                <a:lnTo>
                  <a:pt x="595848" y="691149"/>
                </a:lnTo>
                <a:lnTo>
                  <a:pt x="626967" y="658737"/>
                </a:lnTo>
                <a:lnTo>
                  <a:pt x="658737" y="626967"/>
                </a:lnTo>
                <a:lnTo>
                  <a:pt x="691149" y="595848"/>
                </a:lnTo>
                <a:lnTo>
                  <a:pt x="724191" y="565392"/>
                </a:lnTo>
                <a:lnTo>
                  <a:pt x="757852" y="535609"/>
                </a:lnTo>
                <a:lnTo>
                  <a:pt x="792123" y="506509"/>
                </a:lnTo>
                <a:lnTo>
                  <a:pt x="826992" y="478105"/>
                </a:lnTo>
                <a:lnTo>
                  <a:pt x="862448" y="450406"/>
                </a:lnTo>
                <a:lnTo>
                  <a:pt x="898481" y="423422"/>
                </a:lnTo>
                <a:lnTo>
                  <a:pt x="935080" y="397166"/>
                </a:lnTo>
                <a:lnTo>
                  <a:pt x="972234" y="371647"/>
                </a:lnTo>
                <a:lnTo>
                  <a:pt x="1009934" y="346876"/>
                </a:lnTo>
                <a:lnTo>
                  <a:pt x="1048167" y="322864"/>
                </a:lnTo>
                <a:lnTo>
                  <a:pt x="1086923" y="299621"/>
                </a:lnTo>
                <a:lnTo>
                  <a:pt x="1126192" y="277159"/>
                </a:lnTo>
                <a:lnTo>
                  <a:pt x="1165963" y="255488"/>
                </a:lnTo>
                <a:lnTo>
                  <a:pt x="1206224" y="234618"/>
                </a:lnTo>
                <a:lnTo>
                  <a:pt x="1246967" y="214561"/>
                </a:lnTo>
                <a:lnTo>
                  <a:pt x="1288179" y="195327"/>
                </a:lnTo>
                <a:lnTo>
                  <a:pt x="1329850" y="176927"/>
                </a:lnTo>
                <a:lnTo>
                  <a:pt x="1371969" y="159372"/>
                </a:lnTo>
                <a:lnTo>
                  <a:pt x="1414525" y="142672"/>
                </a:lnTo>
                <a:lnTo>
                  <a:pt x="1457509" y="126837"/>
                </a:lnTo>
                <a:lnTo>
                  <a:pt x="1500909" y="111880"/>
                </a:lnTo>
                <a:lnTo>
                  <a:pt x="1544714" y="97809"/>
                </a:lnTo>
                <a:lnTo>
                  <a:pt x="1588914" y="84637"/>
                </a:lnTo>
                <a:lnTo>
                  <a:pt x="1633498" y="72374"/>
                </a:lnTo>
                <a:lnTo>
                  <a:pt x="1678455" y="61030"/>
                </a:lnTo>
                <a:lnTo>
                  <a:pt x="1723775" y="50617"/>
                </a:lnTo>
                <a:lnTo>
                  <a:pt x="1769447" y="41144"/>
                </a:lnTo>
                <a:lnTo>
                  <a:pt x="1815459" y="32623"/>
                </a:lnTo>
                <a:lnTo>
                  <a:pt x="1861803" y="25064"/>
                </a:lnTo>
                <a:lnTo>
                  <a:pt x="1908466" y="18479"/>
                </a:lnTo>
                <a:lnTo>
                  <a:pt x="1955438" y="12877"/>
                </a:lnTo>
                <a:lnTo>
                  <a:pt x="2002708" y="8270"/>
                </a:lnTo>
                <a:lnTo>
                  <a:pt x="2050267" y="4667"/>
                </a:lnTo>
                <a:lnTo>
                  <a:pt x="2098102" y="2081"/>
                </a:lnTo>
                <a:lnTo>
                  <a:pt x="2146203" y="522"/>
                </a:lnTo>
                <a:lnTo>
                  <a:pt x="2194559" y="0"/>
                </a:lnTo>
                <a:lnTo>
                  <a:pt x="2240612" y="522"/>
                </a:lnTo>
                <a:lnTo>
                  <a:pt x="2243128" y="522"/>
                </a:lnTo>
                <a:lnTo>
                  <a:pt x="2294080" y="2255"/>
                </a:lnTo>
                <a:lnTo>
                  <a:pt x="2343622" y="5064"/>
                </a:lnTo>
                <a:lnTo>
                  <a:pt x="2392996" y="8983"/>
                </a:lnTo>
                <a:lnTo>
                  <a:pt x="2442185" y="14007"/>
                </a:lnTo>
                <a:lnTo>
                  <a:pt x="2491171" y="20128"/>
                </a:lnTo>
                <a:lnTo>
                  <a:pt x="2499360" y="21338"/>
                </a:lnTo>
                <a:lnTo>
                  <a:pt x="2499360" y="2651759"/>
                </a:lnTo>
                <a:close/>
              </a:path>
            </a:pathLst>
          </a:custGeom>
          <a:solidFill>
            <a:srgbClr val="1B1B1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454396" y="822960"/>
            <a:ext cx="1188720" cy="1188720"/>
            <a:chOff x="5454396" y="822960"/>
            <a:chExt cx="1188720" cy="1188720"/>
          </a:xfrm>
        </p:grpSpPr>
        <p:sp>
          <p:nvSpPr>
            <p:cNvPr id="5" name="object 5"/>
            <p:cNvSpPr/>
            <p:nvPr/>
          </p:nvSpPr>
          <p:spPr>
            <a:xfrm>
              <a:off x="5454396" y="8229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59" y="1188719"/>
                  </a:moveTo>
                  <a:lnTo>
                    <a:pt x="545613" y="1186749"/>
                  </a:lnTo>
                  <a:lnTo>
                    <a:pt x="497951" y="1180940"/>
                  </a:lnTo>
                  <a:lnTo>
                    <a:pt x="451528" y="1171446"/>
                  </a:lnTo>
                  <a:lnTo>
                    <a:pt x="406496" y="1158419"/>
                  </a:lnTo>
                  <a:lnTo>
                    <a:pt x="363008" y="1142012"/>
                  </a:lnTo>
                  <a:lnTo>
                    <a:pt x="321217" y="1122378"/>
                  </a:lnTo>
                  <a:lnTo>
                    <a:pt x="281276" y="1099671"/>
                  </a:lnTo>
                  <a:lnTo>
                    <a:pt x="243338" y="1074043"/>
                  </a:lnTo>
                  <a:lnTo>
                    <a:pt x="207556" y="1045646"/>
                  </a:lnTo>
                  <a:lnTo>
                    <a:pt x="174083" y="1014635"/>
                  </a:lnTo>
                  <a:lnTo>
                    <a:pt x="143073" y="981163"/>
                  </a:lnTo>
                  <a:lnTo>
                    <a:pt x="114676" y="945381"/>
                  </a:lnTo>
                  <a:lnTo>
                    <a:pt x="89048" y="907443"/>
                  </a:lnTo>
                  <a:lnTo>
                    <a:pt x="66341" y="867502"/>
                  </a:lnTo>
                  <a:lnTo>
                    <a:pt x="46707" y="825711"/>
                  </a:lnTo>
                  <a:lnTo>
                    <a:pt x="30300" y="782223"/>
                  </a:lnTo>
                  <a:lnTo>
                    <a:pt x="17273" y="737191"/>
                  </a:lnTo>
                  <a:lnTo>
                    <a:pt x="7779" y="690768"/>
                  </a:lnTo>
                  <a:lnTo>
                    <a:pt x="1970" y="643106"/>
                  </a:lnTo>
                  <a:lnTo>
                    <a:pt x="0" y="594359"/>
                  </a:lnTo>
                  <a:lnTo>
                    <a:pt x="1970" y="545613"/>
                  </a:lnTo>
                  <a:lnTo>
                    <a:pt x="7779" y="497951"/>
                  </a:lnTo>
                  <a:lnTo>
                    <a:pt x="17273" y="451528"/>
                  </a:lnTo>
                  <a:lnTo>
                    <a:pt x="30300" y="406496"/>
                  </a:lnTo>
                  <a:lnTo>
                    <a:pt x="46707" y="363008"/>
                  </a:lnTo>
                  <a:lnTo>
                    <a:pt x="66341" y="321217"/>
                  </a:lnTo>
                  <a:lnTo>
                    <a:pt x="89048" y="281276"/>
                  </a:lnTo>
                  <a:lnTo>
                    <a:pt x="114676" y="243338"/>
                  </a:lnTo>
                  <a:lnTo>
                    <a:pt x="143073" y="207556"/>
                  </a:lnTo>
                  <a:lnTo>
                    <a:pt x="174083" y="174084"/>
                  </a:lnTo>
                  <a:lnTo>
                    <a:pt x="207556" y="143073"/>
                  </a:lnTo>
                  <a:lnTo>
                    <a:pt x="243338" y="114677"/>
                  </a:lnTo>
                  <a:lnTo>
                    <a:pt x="281276" y="89048"/>
                  </a:lnTo>
                  <a:lnTo>
                    <a:pt x="321217" y="66341"/>
                  </a:lnTo>
                  <a:lnTo>
                    <a:pt x="363008" y="46707"/>
                  </a:lnTo>
                  <a:lnTo>
                    <a:pt x="406496" y="30300"/>
                  </a:lnTo>
                  <a:lnTo>
                    <a:pt x="451528" y="17273"/>
                  </a:lnTo>
                  <a:lnTo>
                    <a:pt x="497951" y="7779"/>
                  </a:lnTo>
                  <a:lnTo>
                    <a:pt x="545613" y="1970"/>
                  </a:lnTo>
                  <a:lnTo>
                    <a:pt x="594359" y="0"/>
                  </a:lnTo>
                  <a:lnTo>
                    <a:pt x="646619" y="2300"/>
                  </a:lnTo>
                  <a:lnTo>
                    <a:pt x="698127" y="9125"/>
                  </a:lnTo>
                  <a:lnTo>
                    <a:pt x="748610" y="20363"/>
                  </a:lnTo>
                  <a:lnTo>
                    <a:pt x="797793" y="35898"/>
                  </a:lnTo>
                  <a:lnTo>
                    <a:pt x="845402" y="55619"/>
                  </a:lnTo>
                  <a:lnTo>
                    <a:pt x="891165" y="79411"/>
                  </a:lnTo>
                  <a:lnTo>
                    <a:pt x="934808" y="107161"/>
                  </a:lnTo>
                  <a:lnTo>
                    <a:pt x="976056" y="138757"/>
                  </a:lnTo>
                  <a:lnTo>
                    <a:pt x="1014635" y="174083"/>
                  </a:lnTo>
                  <a:lnTo>
                    <a:pt x="1049962" y="212663"/>
                  </a:lnTo>
                  <a:lnTo>
                    <a:pt x="1081557" y="253911"/>
                  </a:lnTo>
                  <a:lnTo>
                    <a:pt x="1109308" y="297554"/>
                  </a:lnTo>
                  <a:lnTo>
                    <a:pt x="1133100" y="343317"/>
                  </a:lnTo>
                  <a:lnTo>
                    <a:pt x="1152820" y="390926"/>
                  </a:lnTo>
                  <a:lnTo>
                    <a:pt x="1168356" y="440109"/>
                  </a:lnTo>
                  <a:lnTo>
                    <a:pt x="1179593" y="490592"/>
                  </a:lnTo>
                  <a:lnTo>
                    <a:pt x="1186419" y="542100"/>
                  </a:lnTo>
                  <a:lnTo>
                    <a:pt x="1188719" y="594359"/>
                  </a:lnTo>
                  <a:lnTo>
                    <a:pt x="1186749" y="643106"/>
                  </a:lnTo>
                  <a:lnTo>
                    <a:pt x="1180940" y="690768"/>
                  </a:lnTo>
                  <a:lnTo>
                    <a:pt x="1171445" y="737191"/>
                  </a:lnTo>
                  <a:lnTo>
                    <a:pt x="1158418" y="782223"/>
                  </a:lnTo>
                  <a:lnTo>
                    <a:pt x="1142011" y="825711"/>
                  </a:lnTo>
                  <a:lnTo>
                    <a:pt x="1122378" y="867502"/>
                  </a:lnTo>
                  <a:lnTo>
                    <a:pt x="1099670" y="907443"/>
                  </a:lnTo>
                  <a:lnTo>
                    <a:pt x="1074042" y="945381"/>
                  </a:lnTo>
                  <a:lnTo>
                    <a:pt x="1045646" y="981163"/>
                  </a:lnTo>
                  <a:lnTo>
                    <a:pt x="1014635" y="1014635"/>
                  </a:lnTo>
                  <a:lnTo>
                    <a:pt x="981162" y="1045646"/>
                  </a:lnTo>
                  <a:lnTo>
                    <a:pt x="945381" y="1074043"/>
                  </a:lnTo>
                  <a:lnTo>
                    <a:pt x="907443" y="1099671"/>
                  </a:lnTo>
                  <a:lnTo>
                    <a:pt x="867502" y="1122378"/>
                  </a:lnTo>
                  <a:lnTo>
                    <a:pt x="825711" y="1142012"/>
                  </a:lnTo>
                  <a:lnTo>
                    <a:pt x="782223" y="1158419"/>
                  </a:lnTo>
                  <a:lnTo>
                    <a:pt x="737191" y="1171446"/>
                  </a:lnTo>
                  <a:lnTo>
                    <a:pt x="690768" y="1180940"/>
                  </a:lnTo>
                  <a:lnTo>
                    <a:pt x="643106" y="1186749"/>
                  </a:lnTo>
                  <a:lnTo>
                    <a:pt x="594359" y="1188719"/>
                  </a:lnTo>
                  <a:close/>
                </a:path>
              </a:pathLst>
            </a:custGeom>
            <a:solidFill>
              <a:srgbClr val="FF6A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9689" y="1108253"/>
              <a:ext cx="618133" cy="618133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567602" y="2330196"/>
            <a:ext cx="3052445" cy="604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20"/>
              <a:t>Ready</a:t>
            </a:r>
            <a:r>
              <a:rPr dirty="0" sz="3800" spc="-110"/>
              <a:t> </a:t>
            </a:r>
            <a:r>
              <a:rPr dirty="0" sz="3800"/>
              <a:t>to</a:t>
            </a:r>
            <a:r>
              <a:rPr dirty="0" sz="3800" spc="-105"/>
              <a:t> </a:t>
            </a:r>
            <a:r>
              <a:rPr dirty="0" sz="3800" spc="-20"/>
              <a:t>Ride</a:t>
            </a:r>
            <a:endParaRPr sz="3800"/>
          </a:p>
        </p:txBody>
      </p:sp>
      <p:sp>
        <p:nvSpPr>
          <p:cNvPr id="8" name="object 8"/>
          <p:cNvSpPr txBox="1"/>
          <p:nvPr/>
        </p:nvSpPr>
        <p:spPr>
          <a:xfrm>
            <a:off x="3695653" y="3103372"/>
            <a:ext cx="47942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i="1">
                <a:solidFill>
                  <a:srgbClr val="FF6A3D"/>
                </a:solidFill>
                <a:latin typeface="Calibri"/>
                <a:cs typeface="Calibri"/>
              </a:rPr>
              <a:t>12</a:t>
            </a:r>
            <a:r>
              <a:rPr dirty="0" sz="1600" spc="-35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FF6A3D"/>
                </a:solidFill>
                <a:latin typeface="Calibri"/>
                <a:cs typeface="Calibri"/>
              </a:rPr>
              <a:t>features.</a:t>
            </a:r>
            <a:r>
              <a:rPr dirty="0" sz="1600" spc="-3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FF6A3D"/>
                </a:solidFill>
                <a:latin typeface="Calibri"/>
                <a:cs typeface="Calibri"/>
              </a:rPr>
              <a:t>3</a:t>
            </a:r>
            <a:r>
              <a:rPr dirty="0" sz="1600" spc="-35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FF6A3D"/>
                </a:solidFill>
                <a:latin typeface="Calibri"/>
                <a:cs typeface="Calibri"/>
              </a:rPr>
              <a:t>database</a:t>
            </a:r>
            <a:r>
              <a:rPr dirty="0" sz="1600" spc="-3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FF6A3D"/>
                </a:solidFill>
                <a:latin typeface="Calibri"/>
                <a:cs typeface="Calibri"/>
              </a:rPr>
              <a:t>tables.</a:t>
            </a:r>
            <a:r>
              <a:rPr dirty="0" sz="1600" spc="-35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FF6A3D"/>
                </a:solidFill>
                <a:latin typeface="Calibri"/>
                <a:cs typeface="Calibri"/>
              </a:rPr>
              <a:t>7</a:t>
            </a:r>
            <a:r>
              <a:rPr dirty="0" sz="1600" spc="-3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FF6A3D"/>
                </a:solidFill>
                <a:latin typeface="Calibri"/>
                <a:cs typeface="Calibri"/>
              </a:rPr>
              <a:t>pages.</a:t>
            </a:r>
            <a:r>
              <a:rPr dirty="0" sz="1600" spc="-35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FF6A3D"/>
                </a:solidFill>
                <a:latin typeface="Calibri"/>
                <a:cs typeface="Calibri"/>
              </a:rPr>
              <a:t>1</a:t>
            </a:r>
            <a:r>
              <a:rPr dirty="0" sz="1600" spc="-30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FF6A3D"/>
                </a:solidFill>
                <a:latin typeface="Calibri"/>
                <a:cs typeface="Calibri"/>
              </a:rPr>
              <a:t>clean</a:t>
            </a:r>
            <a:r>
              <a:rPr dirty="0" sz="1600" spc="-35" i="1">
                <a:solidFill>
                  <a:srgbClr val="FF6A3D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FF6A3D"/>
                </a:solidFill>
                <a:latin typeface="Calibri"/>
                <a:cs typeface="Calibri"/>
              </a:rPr>
              <a:t>codebase.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5986" y="3834129"/>
            <a:ext cx="1795780" cy="469900"/>
            <a:chOff x="395986" y="3834129"/>
            <a:chExt cx="1795780" cy="469900"/>
          </a:xfrm>
        </p:grpSpPr>
        <p:sp>
          <p:nvSpPr>
            <p:cNvPr id="10" name="object 10"/>
            <p:cNvSpPr/>
            <p:nvPr/>
          </p:nvSpPr>
          <p:spPr>
            <a:xfrm>
              <a:off x="402336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80" h="457200">
                  <a:moveTo>
                    <a:pt x="1554479" y="457199"/>
                  </a:move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79" y="0"/>
                  </a:lnTo>
                  <a:lnTo>
                    <a:pt x="1599285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4" y="66955"/>
                  </a:lnTo>
                  <a:lnTo>
                    <a:pt x="1744672" y="101772"/>
                  </a:lnTo>
                  <a:lnTo>
                    <a:pt x="1765678" y="141118"/>
                  </a:lnTo>
                  <a:lnTo>
                    <a:pt x="1778646" y="183794"/>
                  </a:lnTo>
                  <a:lnTo>
                    <a:pt x="1783079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0" y="452555"/>
                  </a:lnTo>
                  <a:lnTo>
                    <a:pt x="1554479" y="4571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2336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8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79" y="0"/>
                  </a:lnTo>
                  <a:lnTo>
                    <a:pt x="1599285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4" y="66955"/>
                  </a:lnTo>
                  <a:lnTo>
                    <a:pt x="1744672" y="101772"/>
                  </a:lnTo>
                  <a:lnTo>
                    <a:pt x="1765678" y="141118"/>
                  </a:lnTo>
                  <a:lnTo>
                    <a:pt x="1778646" y="183794"/>
                  </a:lnTo>
                  <a:lnTo>
                    <a:pt x="1783079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0" y="452555"/>
                  </a:lnTo>
                  <a:lnTo>
                    <a:pt x="1554479" y="457199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89292" y="3979164"/>
            <a:ext cx="100965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F4F4F4"/>
                </a:solidFill>
                <a:latin typeface="Calibri"/>
                <a:cs typeface="Calibri"/>
              </a:rPr>
              <a:t>Registration</a:t>
            </a:r>
            <a:r>
              <a:rPr dirty="0" sz="950" spc="-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4F4F4"/>
                </a:solidFill>
                <a:latin typeface="Calibri"/>
                <a:cs typeface="Calibri"/>
              </a:rPr>
              <a:t>&amp; </a:t>
            </a:r>
            <a:r>
              <a:rPr dirty="0" sz="950" spc="-10">
                <a:solidFill>
                  <a:srgbClr val="F4F4F4"/>
                </a:solidFill>
                <a:latin typeface="Calibri"/>
                <a:cs typeface="Calibri"/>
              </a:rPr>
              <a:t>Login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16226" y="3834129"/>
            <a:ext cx="1795780" cy="469900"/>
            <a:chOff x="2316226" y="3834129"/>
            <a:chExt cx="1795780" cy="469900"/>
          </a:xfrm>
        </p:grpSpPr>
        <p:sp>
          <p:nvSpPr>
            <p:cNvPr id="14" name="object 14"/>
            <p:cNvSpPr/>
            <p:nvPr/>
          </p:nvSpPr>
          <p:spPr>
            <a:xfrm>
              <a:off x="2322576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79" h="457200">
                  <a:moveTo>
                    <a:pt x="1554479" y="457199"/>
                  </a:move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79" y="0"/>
                  </a:lnTo>
                  <a:lnTo>
                    <a:pt x="1599285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4" y="66955"/>
                  </a:lnTo>
                  <a:lnTo>
                    <a:pt x="1744672" y="101772"/>
                  </a:lnTo>
                  <a:lnTo>
                    <a:pt x="1765678" y="141118"/>
                  </a:lnTo>
                  <a:lnTo>
                    <a:pt x="1778646" y="183794"/>
                  </a:lnTo>
                  <a:lnTo>
                    <a:pt x="1783079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0" y="452555"/>
                  </a:lnTo>
                  <a:lnTo>
                    <a:pt x="1554479" y="4571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22576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79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79" y="0"/>
                  </a:lnTo>
                  <a:lnTo>
                    <a:pt x="1599285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4" y="66955"/>
                  </a:lnTo>
                  <a:lnTo>
                    <a:pt x="1744672" y="101772"/>
                  </a:lnTo>
                  <a:lnTo>
                    <a:pt x="1765678" y="141118"/>
                  </a:lnTo>
                  <a:lnTo>
                    <a:pt x="1778646" y="183794"/>
                  </a:lnTo>
                  <a:lnTo>
                    <a:pt x="1783079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0" y="452555"/>
                  </a:lnTo>
                  <a:lnTo>
                    <a:pt x="1554479" y="457199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843296" y="3979164"/>
            <a:ext cx="74168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4F4F4"/>
                </a:solidFill>
                <a:latin typeface="Calibri"/>
                <a:cs typeface="Calibri"/>
              </a:rPr>
              <a:t>Search</a:t>
            </a:r>
            <a:r>
              <a:rPr dirty="0" sz="95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4F4F4"/>
                </a:solidFill>
                <a:latin typeface="Calibri"/>
                <a:cs typeface="Calibri"/>
              </a:rPr>
              <a:t>&amp;</a:t>
            </a:r>
            <a:r>
              <a:rPr dirty="0" sz="950" spc="-2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4F4F4"/>
                </a:solidFill>
                <a:latin typeface="Calibri"/>
                <a:cs typeface="Calibri"/>
              </a:rPr>
              <a:t>Filter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36465" y="3834129"/>
            <a:ext cx="1795780" cy="469900"/>
            <a:chOff x="4236465" y="3834129"/>
            <a:chExt cx="1795780" cy="469900"/>
          </a:xfrm>
        </p:grpSpPr>
        <p:sp>
          <p:nvSpPr>
            <p:cNvPr id="18" name="object 18"/>
            <p:cNvSpPr/>
            <p:nvPr/>
          </p:nvSpPr>
          <p:spPr>
            <a:xfrm>
              <a:off x="4242815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79" h="457200">
                  <a:moveTo>
                    <a:pt x="1554479" y="457199"/>
                  </a:move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79" y="0"/>
                  </a:lnTo>
                  <a:lnTo>
                    <a:pt x="1599285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4" y="66955"/>
                  </a:lnTo>
                  <a:lnTo>
                    <a:pt x="1744672" y="101772"/>
                  </a:lnTo>
                  <a:lnTo>
                    <a:pt x="1765678" y="141118"/>
                  </a:lnTo>
                  <a:lnTo>
                    <a:pt x="1778646" y="183794"/>
                  </a:lnTo>
                  <a:lnTo>
                    <a:pt x="1783079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0" y="452555"/>
                  </a:lnTo>
                  <a:lnTo>
                    <a:pt x="1554479" y="4571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42815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79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79" y="0"/>
                  </a:lnTo>
                  <a:lnTo>
                    <a:pt x="1599285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4" y="66955"/>
                  </a:lnTo>
                  <a:lnTo>
                    <a:pt x="1744672" y="101772"/>
                  </a:lnTo>
                  <a:lnTo>
                    <a:pt x="1765678" y="141118"/>
                  </a:lnTo>
                  <a:lnTo>
                    <a:pt x="1778646" y="183794"/>
                  </a:lnTo>
                  <a:lnTo>
                    <a:pt x="1783079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0" y="452555"/>
                  </a:lnTo>
                  <a:lnTo>
                    <a:pt x="1554479" y="457199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745435" y="3979164"/>
            <a:ext cx="7778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4F4F4"/>
                </a:solidFill>
                <a:latin typeface="Calibri"/>
                <a:cs typeface="Calibri"/>
              </a:rPr>
              <a:t>Booking</a:t>
            </a:r>
            <a:r>
              <a:rPr dirty="0" sz="9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4F4F4"/>
                </a:solidFill>
                <a:latin typeface="Calibri"/>
                <a:cs typeface="Calibri"/>
              </a:rPr>
              <a:t>Engine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56705" y="3834129"/>
            <a:ext cx="1795780" cy="469900"/>
            <a:chOff x="6156705" y="3834129"/>
            <a:chExt cx="1795780" cy="469900"/>
          </a:xfrm>
        </p:grpSpPr>
        <p:sp>
          <p:nvSpPr>
            <p:cNvPr id="22" name="object 22"/>
            <p:cNvSpPr/>
            <p:nvPr/>
          </p:nvSpPr>
          <p:spPr>
            <a:xfrm>
              <a:off x="6163055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79" h="457200">
                  <a:moveTo>
                    <a:pt x="1554480" y="457199"/>
                  </a:move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80" y="0"/>
                  </a:lnTo>
                  <a:lnTo>
                    <a:pt x="1599286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4" y="66955"/>
                  </a:lnTo>
                  <a:lnTo>
                    <a:pt x="1744672" y="101772"/>
                  </a:lnTo>
                  <a:lnTo>
                    <a:pt x="1765679" y="141118"/>
                  </a:lnTo>
                  <a:lnTo>
                    <a:pt x="1778647" y="183794"/>
                  </a:lnTo>
                  <a:lnTo>
                    <a:pt x="1783080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1" y="452555"/>
                  </a:lnTo>
                  <a:lnTo>
                    <a:pt x="1554480" y="4571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163055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79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80" y="0"/>
                  </a:lnTo>
                  <a:lnTo>
                    <a:pt x="1599286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4" y="66955"/>
                  </a:lnTo>
                  <a:lnTo>
                    <a:pt x="1744672" y="101772"/>
                  </a:lnTo>
                  <a:lnTo>
                    <a:pt x="1765679" y="141118"/>
                  </a:lnTo>
                  <a:lnTo>
                    <a:pt x="1778647" y="183794"/>
                  </a:lnTo>
                  <a:lnTo>
                    <a:pt x="1783080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1" y="452555"/>
                  </a:lnTo>
                  <a:lnTo>
                    <a:pt x="1554480" y="457199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668647" y="3979164"/>
            <a:ext cx="77216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4F4F4"/>
                </a:solidFill>
                <a:latin typeface="Calibri"/>
                <a:cs typeface="Calibri"/>
              </a:rPr>
              <a:t>Cancel</a:t>
            </a:r>
            <a:r>
              <a:rPr dirty="0" sz="950" spc="-3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4F4F4"/>
                </a:solidFill>
                <a:latin typeface="Calibri"/>
                <a:cs typeface="Calibri"/>
              </a:rPr>
              <a:t>Booking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076945" y="3834129"/>
            <a:ext cx="1795780" cy="469900"/>
            <a:chOff x="8076945" y="3834129"/>
            <a:chExt cx="1795780" cy="469900"/>
          </a:xfrm>
        </p:grpSpPr>
        <p:sp>
          <p:nvSpPr>
            <p:cNvPr id="26" name="object 26"/>
            <p:cNvSpPr/>
            <p:nvPr/>
          </p:nvSpPr>
          <p:spPr>
            <a:xfrm>
              <a:off x="8083295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79" h="457200">
                  <a:moveTo>
                    <a:pt x="1554479" y="457199"/>
                  </a:move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79" y="0"/>
                  </a:lnTo>
                  <a:lnTo>
                    <a:pt x="1599286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3" y="66955"/>
                  </a:lnTo>
                  <a:lnTo>
                    <a:pt x="1744672" y="101772"/>
                  </a:lnTo>
                  <a:lnTo>
                    <a:pt x="1765678" y="141118"/>
                  </a:lnTo>
                  <a:lnTo>
                    <a:pt x="1778646" y="183794"/>
                  </a:lnTo>
                  <a:lnTo>
                    <a:pt x="1783079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0" y="452555"/>
                  </a:lnTo>
                  <a:lnTo>
                    <a:pt x="1554479" y="4571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083295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79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79" y="0"/>
                  </a:lnTo>
                  <a:lnTo>
                    <a:pt x="1599286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3" y="66955"/>
                  </a:lnTo>
                  <a:lnTo>
                    <a:pt x="1744672" y="101772"/>
                  </a:lnTo>
                  <a:lnTo>
                    <a:pt x="1765678" y="141118"/>
                  </a:lnTo>
                  <a:lnTo>
                    <a:pt x="1778646" y="183794"/>
                  </a:lnTo>
                  <a:lnTo>
                    <a:pt x="1783079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0" y="452555"/>
                  </a:lnTo>
                  <a:lnTo>
                    <a:pt x="1554479" y="457199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8490324" y="3979164"/>
            <a:ext cx="969644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4F4F4"/>
                </a:solidFill>
                <a:latin typeface="Calibri"/>
                <a:cs typeface="Calibri"/>
              </a:rPr>
              <a:t>Overlap</a:t>
            </a:r>
            <a:r>
              <a:rPr dirty="0" sz="950" spc="-4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4F4F4"/>
                </a:solidFill>
                <a:latin typeface="Calibri"/>
                <a:cs typeface="Calibri"/>
              </a:rPr>
              <a:t>Prevention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997185" y="3834129"/>
            <a:ext cx="1795780" cy="469900"/>
            <a:chOff x="9997185" y="3834129"/>
            <a:chExt cx="1795780" cy="469900"/>
          </a:xfrm>
        </p:grpSpPr>
        <p:sp>
          <p:nvSpPr>
            <p:cNvPr id="30" name="object 30"/>
            <p:cNvSpPr/>
            <p:nvPr/>
          </p:nvSpPr>
          <p:spPr>
            <a:xfrm>
              <a:off x="10003535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79" h="457200">
                  <a:moveTo>
                    <a:pt x="1554479" y="457199"/>
                  </a:move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79" y="0"/>
                  </a:lnTo>
                  <a:lnTo>
                    <a:pt x="1599285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4" y="66955"/>
                  </a:lnTo>
                  <a:lnTo>
                    <a:pt x="1744672" y="101772"/>
                  </a:lnTo>
                  <a:lnTo>
                    <a:pt x="1765678" y="141118"/>
                  </a:lnTo>
                  <a:lnTo>
                    <a:pt x="1778646" y="183794"/>
                  </a:lnTo>
                  <a:lnTo>
                    <a:pt x="1783079" y="228599"/>
                  </a:lnTo>
                  <a:lnTo>
                    <a:pt x="1778435" y="274670"/>
                  </a:lnTo>
                  <a:lnTo>
                    <a:pt x="1765114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0" y="452555"/>
                  </a:lnTo>
                  <a:lnTo>
                    <a:pt x="1554479" y="4571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003535" y="3840479"/>
              <a:ext cx="1783080" cy="457200"/>
            </a:xfrm>
            <a:custGeom>
              <a:avLst/>
              <a:gdLst/>
              <a:ahLst/>
              <a:cxnLst/>
              <a:rect l="l" t="t" r="r" b="b"/>
              <a:pathLst>
                <a:path w="1783079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554479" y="0"/>
                  </a:lnTo>
                  <a:lnTo>
                    <a:pt x="1599285" y="4433"/>
                  </a:lnTo>
                  <a:lnTo>
                    <a:pt x="1641961" y="17401"/>
                  </a:lnTo>
                  <a:lnTo>
                    <a:pt x="1681307" y="38407"/>
                  </a:lnTo>
                  <a:lnTo>
                    <a:pt x="1716124" y="66955"/>
                  </a:lnTo>
                  <a:lnTo>
                    <a:pt x="1744672" y="101772"/>
                  </a:lnTo>
                  <a:lnTo>
                    <a:pt x="1765678" y="141118"/>
                  </a:lnTo>
                  <a:lnTo>
                    <a:pt x="1778646" y="183794"/>
                  </a:lnTo>
                  <a:lnTo>
                    <a:pt x="1783079" y="228599"/>
                  </a:lnTo>
                  <a:lnTo>
                    <a:pt x="1778435" y="274670"/>
                  </a:lnTo>
                  <a:lnTo>
                    <a:pt x="1765115" y="317581"/>
                  </a:lnTo>
                  <a:lnTo>
                    <a:pt x="1744038" y="356412"/>
                  </a:lnTo>
                  <a:lnTo>
                    <a:pt x="1716124" y="390244"/>
                  </a:lnTo>
                  <a:lnTo>
                    <a:pt x="1682292" y="418158"/>
                  </a:lnTo>
                  <a:lnTo>
                    <a:pt x="1643461" y="439235"/>
                  </a:lnTo>
                  <a:lnTo>
                    <a:pt x="1600550" y="452555"/>
                  </a:lnTo>
                  <a:lnTo>
                    <a:pt x="1554479" y="457199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1269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0645749" y="3979164"/>
            <a:ext cx="499109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4F4F4"/>
                </a:solidFill>
                <a:latin typeface="Calibri"/>
                <a:cs typeface="Calibri"/>
              </a:rPr>
              <a:t>REST</a:t>
            </a:r>
            <a:r>
              <a:rPr dirty="0" sz="950" spc="-3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F4F4F4"/>
                </a:solidFill>
                <a:latin typeface="Calibri"/>
                <a:cs typeface="Calibri"/>
              </a:rPr>
              <a:t>APIs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27638" y="5187188"/>
            <a:ext cx="3729990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4F4F4"/>
                </a:solidFill>
                <a:latin typeface="Cambria"/>
                <a:cs typeface="Cambria"/>
              </a:rPr>
              <a:t>Thank</a:t>
            </a:r>
            <a:r>
              <a:rPr dirty="0" sz="2400" spc="-100" b="1">
                <a:solidFill>
                  <a:srgbClr val="F4F4F4"/>
                </a:solidFill>
                <a:latin typeface="Cambria"/>
                <a:cs typeface="Cambria"/>
              </a:rPr>
              <a:t> </a:t>
            </a:r>
            <a:r>
              <a:rPr dirty="0" sz="2400" spc="-25" b="1">
                <a:solidFill>
                  <a:srgbClr val="F4F4F4"/>
                </a:solidFill>
                <a:latin typeface="Cambria"/>
                <a:cs typeface="Cambria"/>
              </a:rPr>
              <a:t>You</a:t>
            </a:r>
            <a:endParaRPr sz="24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85"/>
              </a:spcBef>
            </a:pPr>
            <a:r>
              <a:rPr dirty="0" sz="1200">
                <a:solidFill>
                  <a:srgbClr val="A8A8A8"/>
                </a:solidFill>
                <a:latin typeface="Calibri"/>
                <a:cs typeface="Calibri"/>
              </a:rPr>
              <a:t>Sadugudu</a:t>
            </a:r>
            <a:r>
              <a:rPr dirty="0" sz="12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A8A8"/>
                </a:solidFill>
                <a:latin typeface="Calibri"/>
                <a:cs typeface="Calibri"/>
              </a:rPr>
              <a:t>Vandi</a:t>
            </a:r>
            <a:r>
              <a:rPr dirty="0" sz="1200" spc="2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A8A8"/>
                </a:solidFill>
                <a:latin typeface="Calibri"/>
                <a:cs typeface="Calibri"/>
              </a:rPr>
              <a:t>—</a:t>
            </a:r>
            <a:r>
              <a:rPr dirty="0" sz="1200" spc="2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A8A8"/>
                </a:solidFill>
                <a:latin typeface="Calibri"/>
                <a:cs typeface="Calibri"/>
              </a:rPr>
              <a:t>Built</a:t>
            </a:r>
            <a:r>
              <a:rPr dirty="0" sz="1200" spc="-35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A8A8"/>
                </a:solidFill>
                <a:latin typeface="Calibri"/>
                <a:cs typeface="Calibri"/>
              </a:rPr>
              <a:t>with</a:t>
            </a:r>
            <a:r>
              <a:rPr dirty="0" sz="12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A8A8"/>
                </a:solidFill>
                <a:latin typeface="Calibri"/>
                <a:cs typeface="Calibri"/>
              </a:rPr>
              <a:t>Java</a:t>
            </a:r>
            <a:r>
              <a:rPr dirty="0" sz="12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A8A8"/>
                </a:solidFill>
                <a:latin typeface="Calibri"/>
                <a:cs typeface="Calibri"/>
              </a:rPr>
              <a:t>17,</a:t>
            </a:r>
            <a:r>
              <a:rPr dirty="0" sz="12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A8A8"/>
                </a:solidFill>
                <a:latin typeface="Calibri"/>
                <a:cs typeface="Calibri"/>
              </a:rPr>
              <a:t>Spring</a:t>
            </a:r>
            <a:r>
              <a:rPr dirty="0" sz="12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A8A8"/>
                </a:solidFill>
                <a:latin typeface="Calibri"/>
                <a:cs typeface="Calibri"/>
              </a:rPr>
              <a:t>Boot</a:t>
            </a:r>
            <a:r>
              <a:rPr dirty="0" sz="12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A8A8"/>
                </a:solidFill>
                <a:latin typeface="Calibri"/>
                <a:cs typeface="Calibri"/>
              </a:rPr>
              <a:t>&amp;</a:t>
            </a:r>
            <a:r>
              <a:rPr dirty="0" sz="1200" spc="-3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8A8A8"/>
                </a:solidFill>
                <a:latin typeface="Calibri"/>
                <a:cs typeface="Calibri"/>
              </a:rPr>
              <a:t>SQLite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saduguduvandi_presentation</dc:title>
  <dcterms:created xsi:type="dcterms:W3CDTF">2026-07-31T03:49:28Z</dcterms:created>
  <dcterms:modified xsi:type="dcterms:W3CDTF">2026-07-31T03:49:28Z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2026-07-31T00:00:00Z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2026-07-31T00:00:00Z</vt:filetime>
  </property>
</Properties>
</file>