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480560"/>
            <a:ext cx="4023360" cy="402336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5454396" y="1234440"/>
            <a:ext cx="1280160" cy="128016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5" name="Image 0" descr="icons/rou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1634" y="154167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889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SADUGUDU VANDI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Journey. Your Ride.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Vehicle Rental Web Application  —  Student Project Presentation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61104" y="507492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61104" y="5074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 •  Spring Boot  •  SQLite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is a beginner-level vehicle rental website, built as a first full-stack project. 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focuses on doing a small set of features extremely well, rather than packing in complexity.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3401568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7" name="Image 0" descr="icons/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3555187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11480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Good-Looking 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407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dark interface that feels professional.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32004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6260" y="3401568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2" name="Image 1" descr="icons/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879" y="355518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411480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Functionality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4407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features needed for a working rental flow.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17920" y="32004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00900" y="3401568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7" name="Image 2" descr="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519" y="3555187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411480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4407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beginner-friendly Spring Boot structure.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052560" y="32004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35540" y="3401568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2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3555187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2288" y="411480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Database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189720" y="4407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persistence with SQLite — no mock data.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949440" y="1508760"/>
            <a:ext cx="4709160" cy="1508760"/>
          </a:xfrm>
          <a:prstGeom prst="roundRect">
            <a:avLst>
              <a:gd name="adj" fmla="val 7273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22376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Level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223760" y="20574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fully completed and understood by a student, using Spring Boot fundamentals — MVC, JPA, and Security.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•  Vehicle Rental Web App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used to build and test the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5044" y="1856232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6" name="Image 0" descr="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609" y="2031797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9748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0449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60020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83964" y="1856232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1" name="Image 1" descr="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529" y="203179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69748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30449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framework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72884" y="1856232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6" name="Image 2" descr="icons/laptop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449" y="2031797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69748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30449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15400" y="160020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61804" y="1856232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1" name="Image 3" descr="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369" y="2031797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269748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06840" y="304495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495044" y="4050792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6" name="Image 4" descr="icons/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609" y="4226357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8920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23951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database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37560" y="379476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283964" y="4050792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31" name="Image 5" descr="icons/palett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529" y="4226357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29000" y="48920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429000" y="523951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styling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26480" y="379476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072884" y="4050792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36" name="Image 6" descr="icons/tool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8449" y="4226357"/>
            <a:ext cx="380390" cy="38039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17920" y="48920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217920" y="523951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dependencies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915400" y="379476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861804" y="4050792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41" name="Image 7" descr="icons/plug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7369" y="4226357"/>
            <a:ext cx="380390" cy="38039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06840" y="489204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006840" y="523951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•  Vehicle Rental Web App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customer journey, start to finish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24231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6" name="Image 0" descr="icons/hom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105" y="25987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337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600200" y="1892808"/>
            <a:ext cx="365760" cy="365760"/>
          </a:xfrm>
          <a:prstGeom prst="ellipse">
            <a:avLst/>
          </a:prstGeom>
          <a:solidFill>
            <a:srgbClr val="FF6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078431" y="3017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92070" y="214884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26410" y="24231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2" name="Image 1" descr="icons/userPlu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975" y="25987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37790" y="3337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35070" y="1892808"/>
            <a:ext cx="365760" cy="365760"/>
          </a:xfrm>
          <a:prstGeom prst="ellipse">
            <a:avLst/>
          </a:prstGeom>
          <a:solidFill>
            <a:srgbClr val="FF6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013302" y="3017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26941" y="214884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61281" y="24231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8" name="Image 2" descr="icons/c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846" y="259872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72661" y="3337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69941" y="1892808"/>
            <a:ext cx="365760" cy="365760"/>
          </a:xfrm>
          <a:prstGeom prst="ellipse">
            <a:avLst/>
          </a:prstGeom>
          <a:solidFill>
            <a:srgbClr val="FF6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948172" y="3017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261811" y="214884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96151" y="24231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4" name="Image 3" descr="icons/mapMarke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16" y="259872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07531" y="3337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04811" y="1892808"/>
            <a:ext cx="365760" cy="365760"/>
          </a:xfrm>
          <a:prstGeom prst="ellipse">
            <a:avLst/>
          </a:prstGeom>
          <a:solidFill>
            <a:srgbClr val="FF6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883042" y="3017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8196682" y="214884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31022" y="24231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30" name="Image 4" descr="icons/calendar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586" y="2598725"/>
            <a:ext cx="380390" cy="38039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42402" y="3337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339682" y="1892808"/>
            <a:ext cx="365760" cy="365760"/>
          </a:xfrm>
          <a:prstGeom prst="ellipse">
            <a:avLst/>
          </a:prstGeom>
          <a:solidFill>
            <a:srgbClr val="FF6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817913" y="30175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10131552" y="2148840"/>
            <a:ext cx="1600200" cy="2286000"/>
          </a:xfrm>
          <a:prstGeom prst="roundRect">
            <a:avLst>
              <a:gd name="adj" fmla="val 6857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65892" y="24231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36" name="Image 5" descr="icons/clipboardLis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1457" y="2598725"/>
            <a:ext cx="380390" cy="38039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77272" y="3337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1274552" y="1892808"/>
            <a:ext cx="365760" cy="365760"/>
          </a:xfrm>
          <a:prstGeom prst="ellipse">
            <a:avLst/>
          </a:prstGeom>
          <a:solidFill>
            <a:srgbClr val="FF6A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•  Vehicle Rental Web App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Language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look built from a small, consistent palette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121212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BG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1717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#121212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6002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Surface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48840" y="21717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#202020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16002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Text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49040" y="21717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#F5F5F5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49240" y="16002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F6A3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3090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Orange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49240" y="21717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#FF6A3D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charcoal background with a single bold accent colour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corners on every card, button and image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cards with subtle borders and hover lift effects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across desktop and mobile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1600200"/>
            <a:ext cx="5212080" cy="4663440"/>
          </a:xfrm>
          <a:prstGeom prst="roundRect">
            <a:avLst>
              <a:gd name="adj" fmla="val 2745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Categories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2468880"/>
            <a:ext cx="1463040" cy="2286000"/>
          </a:xfrm>
          <a:prstGeom prst="roundRect">
            <a:avLst>
              <a:gd name="adj" fmla="val 75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880360"/>
            <a:ext cx="822960" cy="82296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1" name="Image 0" descr="icons/motorcy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5510" y="3077870"/>
            <a:ext cx="427939" cy="42793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53796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321040" y="2468880"/>
            <a:ext cx="1463040" cy="2286000"/>
          </a:xfrm>
          <a:prstGeom prst="roundRect">
            <a:avLst>
              <a:gd name="adj" fmla="val 75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41080" y="2880360"/>
            <a:ext cx="822960" cy="82296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5" name="Image 1" descr="icons/c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590" y="3077870"/>
            <a:ext cx="427939" cy="42793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32104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10104120" y="2468880"/>
            <a:ext cx="1463040" cy="2286000"/>
          </a:xfrm>
          <a:prstGeom prst="roundRect">
            <a:avLst>
              <a:gd name="adj" fmla="val 75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424160" y="2880360"/>
            <a:ext cx="822960" cy="82296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9" name="Image 2" descr="icons/tru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0" y="3077870"/>
            <a:ext cx="427939" cy="427939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10412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720840" y="4983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hero cards let customers jump straight into a category.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•  Vehicle Rental Web App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impression: hero, navbar and category shortcuts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navbar with Home, Vehicles, Login, Register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hero heading — "Your Journey. Your Ride."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plus a clear "Explore Vehicles" call to action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category cards: Bike, Car and Van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394960" y="1645920"/>
            <a:ext cx="6263640" cy="4663440"/>
          </a:xfrm>
          <a:prstGeom prst="roundRect">
            <a:avLst>
              <a:gd name="adj" fmla="val 2353"/>
            </a:avLst>
          </a:prstGeom>
          <a:solidFill>
            <a:srgbClr val="1C1C1C"/>
          </a:solidFill>
          <a:ln w="15875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23560" y="1828800"/>
            <a:ext cx="128016" cy="128016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7" name="Shape 5"/>
          <p:cNvSpPr/>
          <p:nvPr/>
        </p:nvSpPr>
        <p:spPr>
          <a:xfrm>
            <a:off x="5879592" y="1828800"/>
            <a:ext cx="128016" cy="12801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8" name="Shape 6"/>
          <p:cNvSpPr/>
          <p:nvPr/>
        </p:nvSpPr>
        <p:spPr>
          <a:xfrm>
            <a:off x="6135624" y="1828800"/>
            <a:ext cx="128016" cy="128016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9" name="Shape 7"/>
          <p:cNvSpPr/>
          <p:nvPr/>
        </p:nvSpPr>
        <p:spPr>
          <a:xfrm>
            <a:off x="5394960" y="2103120"/>
            <a:ext cx="6263640" cy="50292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2103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464040" y="2103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241280" y="2103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018520" y="2103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60720" y="28346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Journey. Your Ride.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35040" y="3337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vehicle and start your journey with Sadugudu Vandi.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49540" y="37947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/>
        </p:spPr>
      </p:sp>
      <p:sp>
        <p:nvSpPr>
          <p:cNvPr id="18" name="Text 16"/>
          <p:cNvSpPr/>
          <p:nvPr/>
        </p:nvSpPr>
        <p:spPr>
          <a:xfrm>
            <a:off x="774954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Vehicles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20740" y="44348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3660" y="4663440"/>
            <a:ext cx="548640" cy="54864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1" name="Image 0" descr="icons/motorcy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334" y="4795114"/>
            <a:ext cx="285293" cy="28529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20740" y="5394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49540" y="44348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52460" y="4663440"/>
            <a:ext cx="548640" cy="54864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5" name="Image 1" descr="icons/c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134" y="4795114"/>
            <a:ext cx="285293" cy="28529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49540" y="5394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9578340" y="44348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081260" y="4663440"/>
            <a:ext cx="548640" cy="54864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9" name="Image 2" descr="icons/tru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934" y="4795114"/>
            <a:ext cx="285293" cy="28529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578340" y="5394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•  Vehicle Rental Web App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Listing &amp; Booking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browsing to a confirmed reservation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8882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6" name="Image 0" descr="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1424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00200" y="21305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vehicles by name, or filter instantly by Bike / Car / Van category.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98882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1" name="Image 1" descr="icons/c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1424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Cards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269480" y="21305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image, name, category and price per day.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58902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6" name="Image 2" descr="icons/calendar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7426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64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&amp; Return Dates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00200" y="37307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choose dates directly on the booking page.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2004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58902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1" name="Image 3" descr="icons/moneyBil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37426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364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Calculation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269480" y="37307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Price = Number of Days × Price Per Day, updated instantly.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18922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6" name="Image 4" descr="icons/ba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534283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965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Prevention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00200" y="53309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dates for the same vehicle are automatically rejected.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480060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46520" y="5189220"/>
            <a:ext cx="640080" cy="64008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31" name="Image 5" descr="icons/clipboardLis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139" y="534283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4965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269480" y="53309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booking history and cancel any CONFIRMED booking.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•  Vehicle Rental Web App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entities — kept deliberately simple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22376" y="1691640"/>
            <a:ext cx="3246120" cy="3383280"/>
          </a:xfrm>
          <a:prstGeom prst="roundRect">
            <a:avLst>
              <a:gd name="adj" fmla="val 3944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79676" y="19659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6" name="Image 0" descr="icons/userPlu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21415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2416" y="329184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(BCrypt)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37076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471416" y="1691640"/>
            <a:ext cx="3246120" cy="3383280"/>
          </a:xfrm>
          <a:prstGeom prst="roundRect">
            <a:avLst>
              <a:gd name="adj" fmla="val 3944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28716" y="19659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2" name="Image 1" descr="icons/c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81" y="21415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1416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91456" y="329184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pricePerDay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imageUrl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86116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8220456" y="1691640"/>
            <a:ext cx="3246120" cy="3383280"/>
          </a:xfrm>
          <a:prstGeom prst="roundRect">
            <a:avLst>
              <a:gd name="adj" fmla="val 3944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77756" y="1965960"/>
            <a:ext cx="731520" cy="7315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8" name="Image 2" descr="icons/clipboardLis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321" y="214152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0456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40496" y="329184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pickupDate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returnDate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totalPrice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22376" y="534924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2104" y="5413248"/>
            <a:ext cx="365760" cy="36576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3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501030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16736" y="5349240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in plain text — every password is hashed with BCrypt before saving.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•  Vehicle Rental Web App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Endpoints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with Postman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6" name="Image 0" descr="icons/k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69748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3227832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645920" y="3227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0" y="16459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16" name="Image 1" descr="icons/c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200619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617720" y="269748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/>
        </p:spPr>
      </p:sp>
      <p:sp>
        <p:nvSpPr>
          <p:cNvPr id="19" name="Text 15"/>
          <p:cNvSpPr/>
          <p:nvPr/>
        </p:nvSpPr>
        <p:spPr>
          <a:xfrm>
            <a:off x="461772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48640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/api/vehicles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617720" y="3227832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/>
        </p:spPr>
      </p:sp>
      <p:sp>
        <p:nvSpPr>
          <p:cNvPr id="22" name="Text 18"/>
          <p:cNvSpPr/>
          <p:nvPr/>
        </p:nvSpPr>
        <p:spPr>
          <a:xfrm>
            <a:off x="461772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86400" y="3227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/api/vehicles/{id}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229600" y="16459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58200" y="1874520"/>
            <a:ext cx="548640" cy="54864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26" name="Image 2" descr="icons/clipboardLis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2006194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4400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8458200" y="269748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FF6A3D"/>
          </a:solidFill>
          <a:ln/>
        </p:spPr>
      </p:sp>
      <p:sp>
        <p:nvSpPr>
          <p:cNvPr id="29" name="Text 24"/>
          <p:cNvSpPr/>
          <p:nvPr/>
        </p:nvSpPr>
        <p:spPr>
          <a:xfrm>
            <a:off x="845820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93268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458200" y="3227832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/>
        </p:spPr>
      </p:sp>
      <p:sp>
        <p:nvSpPr>
          <p:cNvPr id="32" name="Text 27"/>
          <p:cNvSpPr/>
          <p:nvPr/>
        </p:nvSpPr>
        <p:spPr>
          <a:xfrm>
            <a:off x="845820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9326880" y="3227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/api/bookings/my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458200" y="3758184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FFCF56"/>
          </a:solidFill>
          <a:ln/>
        </p:spPr>
      </p:sp>
      <p:sp>
        <p:nvSpPr>
          <p:cNvPr id="35" name="Text 30"/>
          <p:cNvSpPr/>
          <p:nvPr/>
        </p:nvSpPr>
        <p:spPr>
          <a:xfrm>
            <a:off x="8458200" y="37581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9326880" y="3758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/api/bookings/{id}/cancel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•  Vehicle Rental Web App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4937760" cy="493776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389120" cy="438912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5454396" y="822960"/>
            <a:ext cx="1188720" cy="1188720"/>
          </a:xfrm>
          <a:prstGeom prst="ellipse">
            <a:avLst/>
          </a:prstGeom>
          <a:solidFill>
            <a:srgbClr val="FF6A3D"/>
          </a:solidFill>
          <a:ln/>
        </p:spPr>
      </p:sp>
      <p:pic>
        <p:nvPicPr>
          <p:cNvPr id="5" name="Image 0" descr="icons/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689" y="110825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Ride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features. 3 database tables. 7 pages. 1 clean codebase.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2336" y="38404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22576" y="38404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22576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42816" y="38404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42816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63056" y="38404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63056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Booking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83296" y="38404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83296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Prevention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003536" y="38404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03536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5120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Sadugudu Vandi  —  Built with Java 17, Spring Boot &amp; SQLite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2026-07-30T10:28:04Z</dcterms:created>
  <dcterms:modified xsi:type="dcterms:W3CDTF">2026-07-30T10:28:04Z</dcterms:modified>
</cp:coreProperties>
</file>